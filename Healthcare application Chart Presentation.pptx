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2"/>
  </p:notesMasterIdLst>
  <p:sldIdLst>
    <p:sldId id="2561" r:id="rId5"/>
    <p:sldId id="2562" r:id="rId6"/>
    <p:sldId id="2563" r:id="rId7"/>
    <p:sldId id="2564" r:id="rId8"/>
    <p:sldId id="2565" r:id="rId9"/>
    <p:sldId id="2566" r:id="rId10"/>
    <p:sldId id="2567" r:id="rId11"/>
    <p:sldId id="2576" r:id="rId12"/>
    <p:sldId id="2577" r:id="rId13"/>
    <p:sldId id="2568" r:id="rId14"/>
    <p:sldId id="2575" r:id="rId15"/>
    <p:sldId id="2569" r:id="rId16"/>
    <p:sldId id="2574" r:id="rId17"/>
    <p:sldId id="2570" r:id="rId18"/>
    <p:sldId id="2571" r:id="rId19"/>
    <p:sldId id="2572" r:id="rId20"/>
    <p:sldId id="2573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Healthcare Income &amp; Spending Analytics Brief" id="{7A0EF189-8E3A-4520-B8C2-C387111C61B9}">
          <p14:sldIdLst>
            <p14:sldId id="2561"/>
          </p14:sldIdLst>
        </p14:section>
        <p14:section name="Executive Summary" id="{FD65D69B-FE92-4397-9EB6-29C4C7BDA281}">
          <p14:sldIdLst>
            <p14:sldId id="2562"/>
            <p14:sldId id="2563"/>
          </p14:sldIdLst>
        </p14:section>
        <p14:section name="Demographic Overview" id="{2918481A-E953-4340-B666-E3283E199EBE}">
          <p14:sldIdLst>
            <p14:sldId id="2564"/>
            <p14:sldId id="2565"/>
          </p14:sldIdLst>
        </p14:section>
        <p14:section name="Income Insights" id="{1D306B5E-CABA-4921-9FA0-1A3CC1CEDB15}">
          <p14:sldIdLst>
            <p14:sldId id="2566"/>
            <p14:sldId id="2567"/>
            <p14:sldId id="2576"/>
            <p14:sldId id="2577"/>
          </p14:sldIdLst>
        </p14:section>
        <p14:section name="Spending Insights" id="{EA86EF87-4BC1-4555-A7D3-218D18A97502}">
          <p14:sldIdLst>
            <p14:sldId id="2568"/>
            <p14:sldId id="2575"/>
            <p14:sldId id="2569"/>
            <p14:sldId id="2574"/>
          </p14:sldIdLst>
        </p14:section>
        <p14:section name="Market Readiness Analysis" id="{4A4D99F4-AB4B-49AF-96C9-C140ED54CBE3}">
          <p14:sldIdLst>
            <p14:sldId id="2570"/>
            <p14:sldId id="2571"/>
          </p14:sldIdLst>
        </p14:section>
        <p14:section name="Conclusion and Strategic Recommendations" id="{54FA0062-DB26-44BC-84C9-616AADD2B232}">
          <p14:sldIdLst>
            <p14:sldId id="2572"/>
            <p14:sldId id="25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>
      <p:cViewPr varScale="1">
        <p:scale>
          <a:sx n="51" d="100"/>
          <a:sy n="51" d="100"/>
        </p:scale>
        <p:origin x="1256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831182-886C-415B-9692-F651145FBF97}" type="datetimeFigureOut">
              <a:t>2/14/2026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C31482-62EC-43D2-B125-AC29D2834ED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0286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DD5FED-D4D9-4F0C-AA87-EAB37A63FADE}" type="slidenum"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1335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DD5FED-D4D9-4F0C-AA87-EAB37A63FADE}" type="slidenum"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474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DD5FED-D4D9-4F0C-AA87-EAB37A63FADE}" type="slidenum"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447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DD5FED-D4D9-4F0C-AA87-EAB37A63FADE}" type="slidenum"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7457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DD5FED-D4D9-4F0C-AA87-EAB37A63FADE}" type="slidenum"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8518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DD5FED-D4D9-4F0C-AA87-EAB37A63FADE}" type="slidenum"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1678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DD5FED-D4D9-4F0C-AA87-EAB37A63FADE}" type="slidenum"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6470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6C379F-D2C7-7792-5A90-83E25EDF1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77A36D-A555-EF19-0407-F79717E85B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C3E184-89EE-5A2E-9ED1-1D8921A789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9A0437-BE1F-2E75-3B1E-1D93C3A52E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DD5FED-D4D9-4F0C-AA87-EAB37A63FADE}" type="slidenum"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8282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94275-72AD-4649-9E02-4FCF7DE0D84B}" type="slidenum"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7484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DD5FED-D4D9-4F0C-AA87-EAB37A63FADE}" type="slidenum"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7552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0300A-A005-8405-001A-D98B43498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5D5DA0-4ACF-C3FB-3F2C-3F6D34ACAC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70882C-8842-299F-86A6-363F936A08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9D0B97-FA24-D8F7-15B4-B4DA9BA684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DD5FED-D4D9-4F0C-AA87-EAB37A63FADE}" type="slidenum"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1508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DD5FED-D4D9-4F0C-AA87-EAB37A63FADE}" type="slidenum"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6003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7214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DD5FED-D4D9-4F0C-AA87-EAB37A63FADE}" type="slidenum"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9406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DD5FED-D4D9-4F0C-AA87-EAB37A63FADE}" type="slidenum"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1241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DD5FED-D4D9-4F0C-AA87-EAB37A63FADE}" type="slidenum"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44293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DD5FED-D4D9-4F0C-AA87-EAB37A63FADE}" type="slidenum"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4269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" y="5176159"/>
            <a:ext cx="11640312" cy="845493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0313" y="5980176"/>
            <a:ext cx="11612880" cy="53035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50AF6FA-7D1D-1351-A76E-43C54D28FD6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220" y="266700"/>
            <a:ext cx="11649456" cy="4853814"/>
          </a:xfrm>
          <a:custGeom>
            <a:avLst/>
            <a:gdLst>
              <a:gd name="connsiteX0" fmla="*/ 291520 w 11651080"/>
              <a:gd name="connsiteY0" fmla="*/ 0 h 4853814"/>
              <a:gd name="connsiteX1" fmla="*/ 11359560 w 11651080"/>
              <a:gd name="connsiteY1" fmla="*/ 0 h 4853814"/>
              <a:gd name="connsiteX2" fmla="*/ 11651080 w 11651080"/>
              <a:gd name="connsiteY2" fmla="*/ 291520 h 4853814"/>
              <a:gd name="connsiteX3" fmla="*/ 11651080 w 11651080"/>
              <a:gd name="connsiteY3" fmla="*/ 4562294 h 4853814"/>
              <a:gd name="connsiteX4" fmla="*/ 11359560 w 11651080"/>
              <a:gd name="connsiteY4" fmla="*/ 4853814 h 4853814"/>
              <a:gd name="connsiteX5" fmla="*/ 291520 w 11651080"/>
              <a:gd name="connsiteY5" fmla="*/ 4853814 h 4853814"/>
              <a:gd name="connsiteX6" fmla="*/ 0 w 11651080"/>
              <a:gd name="connsiteY6" fmla="*/ 4562294 h 4853814"/>
              <a:gd name="connsiteX7" fmla="*/ 0 w 11651080"/>
              <a:gd name="connsiteY7" fmla="*/ 291520 h 4853814"/>
              <a:gd name="connsiteX8" fmla="*/ 291520 w 11651080"/>
              <a:gd name="connsiteY8" fmla="*/ 0 h 4853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1080" h="4853814">
                <a:moveTo>
                  <a:pt x="291520" y="0"/>
                </a:moveTo>
                <a:lnTo>
                  <a:pt x="11359560" y="0"/>
                </a:lnTo>
                <a:cubicBezTo>
                  <a:pt x="11520562" y="0"/>
                  <a:pt x="11651080" y="130518"/>
                  <a:pt x="11651080" y="291520"/>
                </a:cubicBezTo>
                <a:lnTo>
                  <a:pt x="11651080" y="4562294"/>
                </a:lnTo>
                <a:cubicBezTo>
                  <a:pt x="11651080" y="4723296"/>
                  <a:pt x="11520562" y="4853814"/>
                  <a:pt x="11359560" y="4853814"/>
                </a:cubicBezTo>
                <a:lnTo>
                  <a:pt x="291520" y="4853814"/>
                </a:lnTo>
                <a:cubicBezTo>
                  <a:pt x="130518" y="4853814"/>
                  <a:pt x="0" y="4723296"/>
                  <a:pt x="0" y="4562294"/>
                </a:cubicBezTo>
                <a:lnTo>
                  <a:pt x="0" y="291520"/>
                </a:lnTo>
                <a:cubicBezTo>
                  <a:pt x="0" y="130518"/>
                  <a:pt x="130518" y="0"/>
                  <a:pt x="291520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91657"/>
            <a:ext cx="2805405" cy="330466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37848" y="6391657"/>
            <a:ext cx="3494314" cy="330466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  <a:effectLst/>
              </a:defRPr>
            </a:lvl1pPr>
          </a:lstStyle>
          <a:p>
            <a:fld id="{9961397C-706D-4EB8-B1E1-D1B680D284C3}" type="datetime1">
              <a:rPr lang="en-US" smtClean="0"/>
              <a:t>2/14/2026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391657"/>
            <a:ext cx="429207" cy="330466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1426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B6F81-747A-40C6-B81B-62F051B20082}" type="datetime1">
              <a:rPr lang="en-US" smtClean="0"/>
              <a:t>2/14/2026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086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4206" y="216426"/>
            <a:ext cx="4064673" cy="393495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" y="4846320"/>
            <a:ext cx="4035999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5" y="6387737"/>
            <a:ext cx="214036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82481" y="6377824"/>
            <a:ext cx="1384720" cy="338328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  <a:effectLst/>
              </a:defRPr>
            </a:lvl1pPr>
          </a:lstStyle>
          <a:p>
            <a:fld id="{778BA358-D7E7-499C-84B9-AC14A66ED1A6}" type="datetime1">
              <a:rPr lang="en-US" smtClean="0"/>
              <a:t>2/14/2026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267201" y="6378213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01953364-E558-970A-5425-4AFF617AEAA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14901" y="265176"/>
            <a:ext cx="7010400" cy="6327648"/>
          </a:xfrm>
          <a:custGeom>
            <a:avLst/>
            <a:gdLst>
              <a:gd name="connsiteX0" fmla="*/ 302565 w 7010400"/>
              <a:gd name="connsiteY0" fmla="*/ 0 h 6316602"/>
              <a:gd name="connsiteX1" fmla="*/ 6707835 w 7010400"/>
              <a:gd name="connsiteY1" fmla="*/ 0 h 6316602"/>
              <a:gd name="connsiteX2" fmla="*/ 7010400 w 7010400"/>
              <a:gd name="connsiteY2" fmla="*/ 302565 h 6316602"/>
              <a:gd name="connsiteX3" fmla="*/ 7010400 w 7010400"/>
              <a:gd name="connsiteY3" fmla="*/ 6014037 h 6316602"/>
              <a:gd name="connsiteX4" fmla="*/ 6707835 w 7010400"/>
              <a:gd name="connsiteY4" fmla="*/ 6316602 h 6316602"/>
              <a:gd name="connsiteX5" fmla="*/ 302565 w 7010400"/>
              <a:gd name="connsiteY5" fmla="*/ 6316602 h 6316602"/>
              <a:gd name="connsiteX6" fmla="*/ 0 w 7010400"/>
              <a:gd name="connsiteY6" fmla="*/ 6014037 h 6316602"/>
              <a:gd name="connsiteX7" fmla="*/ 0 w 7010400"/>
              <a:gd name="connsiteY7" fmla="*/ 302565 h 6316602"/>
              <a:gd name="connsiteX8" fmla="*/ 302565 w 7010400"/>
              <a:gd name="connsiteY8" fmla="*/ 0 h 6316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010400" h="6316602">
                <a:moveTo>
                  <a:pt x="302565" y="0"/>
                </a:moveTo>
                <a:lnTo>
                  <a:pt x="6707835" y="0"/>
                </a:lnTo>
                <a:cubicBezTo>
                  <a:pt x="6874937" y="0"/>
                  <a:pt x="7010400" y="135463"/>
                  <a:pt x="7010400" y="302565"/>
                </a:cubicBezTo>
                <a:lnTo>
                  <a:pt x="7010400" y="6014037"/>
                </a:lnTo>
                <a:cubicBezTo>
                  <a:pt x="7010400" y="6181139"/>
                  <a:pt x="6874937" y="6316602"/>
                  <a:pt x="6707835" y="6316602"/>
                </a:cubicBezTo>
                <a:lnTo>
                  <a:pt x="302565" y="6316602"/>
                </a:lnTo>
                <a:cubicBezTo>
                  <a:pt x="135463" y="6316602"/>
                  <a:pt x="0" y="6181139"/>
                  <a:pt x="0" y="6014037"/>
                </a:cubicBezTo>
                <a:lnTo>
                  <a:pt x="0" y="302565"/>
                </a:lnTo>
                <a:cubicBezTo>
                  <a:pt x="0" y="135463"/>
                  <a:pt x="135463" y="0"/>
                  <a:pt x="302565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996682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3116" y="1043184"/>
            <a:ext cx="3459903" cy="290664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3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3117" y="4692866"/>
            <a:ext cx="3361935" cy="112326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BE8B118F-C188-2019-1C9E-6A452890CF9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1124624 w 12192000"/>
              <a:gd name="connsiteY0" fmla="*/ 808189 h 6858000"/>
              <a:gd name="connsiteX1" fmla="*/ 811206 w 12192000"/>
              <a:gd name="connsiteY1" fmla="*/ 1121607 h 6858000"/>
              <a:gd name="connsiteX2" fmla="*/ 811206 w 12192000"/>
              <a:gd name="connsiteY2" fmla="*/ 5736392 h 6858000"/>
              <a:gd name="connsiteX3" fmla="*/ 1124624 w 12192000"/>
              <a:gd name="connsiteY3" fmla="*/ 6049810 h 6858000"/>
              <a:gd name="connsiteX4" fmla="*/ 4372882 w 12192000"/>
              <a:gd name="connsiteY4" fmla="*/ 6049810 h 6858000"/>
              <a:gd name="connsiteX5" fmla="*/ 4686301 w 12192000"/>
              <a:gd name="connsiteY5" fmla="*/ 5736392 h 6858000"/>
              <a:gd name="connsiteX6" fmla="*/ 4686301 w 12192000"/>
              <a:gd name="connsiteY6" fmla="*/ 1121607 h 6858000"/>
              <a:gd name="connsiteX7" fmla="*/ 4372882 w 12192000"/>
              <a:gd name="connsiteY7" fmla="*/ 808189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6858000">
                <a:moveTo>
                  <a:pt x="1124624" y="808189"/>
                </a:moveTo>
                <a:cubicBezTo>
                  <a:pt x="951528" y="808189"/>
                  <a:pt x="811206" y="948511"/>
                  <a:pt x="811206" y="1121607"/>
                </a:cubicBezTo>
                <a:lnTo>
                  <a:pt x="811206" y="5736392"/>
                </a:lnTo>
                <a:cubicBezTo>
                  <a:pt x="811206" y="5909488"/>
                  <a:pt x="951528" y="6049810"/>
                  <a:pt x="1124624" y="6049810"/>
                </a:cubicBezTo>
                <a:lnTo>
                  <a:pt x="4372882" y="6049810"/>
                </a:lnTo>
                <a:cubicBezTo>
                  <a:pt x="4545978" y="6049810"/>
                  <a:pt x="4686301" y="5909488"/>
                  <a:pt x="4686301" y="5736392"/>
                </a:cubicBezTo>
                <a:lnTo>
                  <a:pt x="4686301" y="1121607"/>
                </a:lnTo>
                <a:cubicBezTo>
                  <a:pt x="4686301" y="948511"/>
                  <a:pt x="4545978" y="808189"/>
                  <a:pt x="4372882" y="808189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3223" y="6387737"/>
            <a:ext cx="214036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82481" y="6377824"/>
            <a:ext cx="1384720" cy="338328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EE918161-410C-495B-9D82-18B01714F0C3}" type="datetime1">
              <a:rPr lang="en-US" smtClean="0"/>
              <a:t>2/14/2026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267201" y="6378213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3216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17480" y="1043185"/>
            <a:ext cx="3459903" cy="260781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3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17481" y="4692866"/>
            <a:ext cx="3459902" cy="112326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93E65DC-EA13-A100-8BB0-C29D33F1646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7809944 w 12192000"/>
              <a:gd name="connsiteY0" fmla="*/ 820064 h 6858000"/>
              <a:gd name="connsiteX1" fmla="*/ 7496526 w 12192000"/>
              <a:gd name="connsiteY1" fmla="*/ 1133482 h 6858000"/>
              <a:gd name="connsiteX2" fmla="*/ 7496526 w 12192000"/>
              <a:gd name="connsiteY2" fmla="*/ 5748267 h 6858000"/>
              <a:gd name="connsiteX3" fmla="*/ 7809944 w 12192000"/>
              <a:gd name="connsiteY3" fmla="*/ 6061685 h 6858000"/>
              <a:gd name="connsiteX4" fmla="*/ 11058202 w 12192000"/>
              <a:gd name="connsiteY4" fmla="*/ 6061685 h 6858000"/>
              <a:gd name="connsiteX5" fmla="*/ 11371620 w 12192000"/>
              <a:gd name="connsiteY5" fmla="*/ 5748267 h 6858000"/>
              <a:gd name="connsiteX6" fmla="*/ 11371620 w 12192000"/>
              <a:gd name="connsiteY6" fmla="*/ 1133482 h 6858000"/>
              <a:gd name="connsiteX7" fmla="*/ 11058202 w 12192000"/>
              <a:gd name="connsiteY7" fmla="*/ 820064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6858000">
                <a:moveTo>
                  <a:pt x="7809944" y="820064"/>
                </a:moveTo>
                <a:cubicBezTo>
                  <a:pt x="7636848" y="820064"/>
                  <a:pt x="7496526" y="960386"/>
                  <a:pt x="7496526" y="1133482"/>
                </a:cubicBezTo>
                <a:lnTo>
                  <a:pt x="7496526" y="5748267"/>
                </a:lnTo>
                <a:cubicBezTo>
                  <a:pt x="7496526" y="5921363"/>
                  <a:pt x="7636848" y="6061685"/>
                  <a:pt x="7809944" y="6061685"/>
                </a:cubicBezTo>
                <a:lnTo>
                  <a:pt x="11058202" y="6061685"/>
                </a:lnTo>
                <a:cubicBezTo>
                  <a:pt x="11231298" y="6061685"/>
                  <a:pt x="11371620" y="5921363"/>
                  <a:pt x="11371620" y="5748267"/>
                </a:cubicBezTo>
                <a:lnTo>
                  <a:pt x="11371620" y="1133482"/>
                </a:lnTo>
                <a:cubicBezTo>
                  <a:pt x="11371620" y="960386"/>
                  <a:pt x="11231298" y="820064"/>
                  <a:pt x="11058202" y="820064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05700" y="6387737"/>
            <a:ext cx="214036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03089" y="6377824"/>
            <a:ext cx="1384720" cy="338328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9EB9C8E0-F2E5-48F5-AA1A-981B30EA19E2}" type="datetime1">
              <a:rPr lang="en-US" smtClean="0"/>
              <a:t>2/14/2026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87809" y="6378213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3381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305" y="208156"/>
            <a:ext cx="5729095" cy="313540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5854" y="4846320"/>
            <a:ext cx="4462346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92911" y="6387128"/>
            <a:ext cx="103208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829B12D8-BAC5-43A1-A3F4-51BF1A7E7117}" type="datetime1">
              <a:rPr lang="en-US" smtClean="0"/>
              <a:t>2/14/2026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24995" y="6387128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18560C4-8760-7FBD-159D-6CA9346253D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514371" y="266700"/>
            <a:ext cx="4410930" cy="6324600"/>
          </a:xfrm>
          <a:custGeom>
            <a:avLst/>
            <a:gdLst>
              <a:gd name="connsiteX0" fmla="*/ 275374 w 4410930"/>
              <a:gd name="connsiteY0" fmla="*/ 0 h 6324600"/>
              <a:gd name="connsiteX1" fmla="*/ 4135556 w 4410930"/>
              <a:gd name="connsiteY1" fmla="*/ 0 h 6324600"/>
              <a:gd name="connsiteX2" fmla="*/ 4410930 w 4410930"/>
              <a:gd name="connsiteY2" fmla="*/ 275374 h 6324600"/>
              <a:gd name="connsiteX3" fmla="*/ 4410930 w 4410930"/>
              <a:gd name="connsiteY3" fmla="*/ 6049226 h 6324600"/>
              <a:gd name="connsiteX4" fmla="*/ 4135556 w 4410930"/>
              <a:gd name="connsiteY4" fmla="*/ 6324600 h 6324600"/>
              <a:gd name="connsiteX5" fmla="*/ 275374 w 4410930"/>
              <a:gd name="connsiteY5" fmla="*/ 6324600 h 6324600"/>
              <a:gd name="connsiteX6" fmla="*/ 0 w 4410930"/>
              <a:gd name="connsiteY6" fmla="*/ 6049226 h 6324600"/>
              <a:gd name="connsiteX7" fmla="*/ 0 w 4410930"/>
              <a:gd name="connsiteY7" fmla="*/ 275374 h 6324600"/>
              <a:gd name="connsiteX8" fmla="*/ 275374 w 4410930"/>
              <a:gd name="connsiteY8" fmla="*/ 0 h 6324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410930" h="6324600">
                <a:moveTo>
                  <a:pt x="275374" y="0"/>
                </a:moveTo>
                <a:lnTo>
                  <a:pt x="4135556" y="0"/>
                </a:lnTo>
                <a:cubicBezTo>
                  <a:pt x="4287641" y="0"/>
                  <a:pt x="4410930" y="123289"/>
                  <a:pt x="4410930" y="275374"/>
                </a:cubicBezTo>
                <a:lnTo>
                  <a:pt x="4410930" y="6049226"/>
                </a:lnTo>
                <a:cubicBezTo>
                  <a:pt x="4410930" y="6201311"/>
                  <a:pt x="4287641" y="6324600"/>
                  <a:pt x="4135556" y="6324600"/>
                </a:cubicBezTo>
                <a:lnTo>
                  <a:pt x="275374" y="6324600"/>
                </a:lnTo>
                <a:cubicBezTo>
                  <a:pt x="123289" y="6324600"/>
                  <a:pt x="0" y="6201311"/>
                  <a:pt x="0" y="6049226"/>
                </a:cubicBezTo>
                <a:lnTo>
                  <a:pt x="0" y="275374"/>
                </a:lnTo>
                <a:cubicBezTo>
                  <a:pt x="0" y="123289"/>
                  <a:pt x="123289" y="0"/>
                  <a:pt x="275374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688300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60262" y="208754"/>
            <a:ext cx="4066072" cy="372593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68729" y="4846320"/>
            <a:ext cx="4066072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A934108-77F2-43A6-38EF-C1CDEDD103C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6699"/>
            <a:ext cx="7238998" cy="6322891"/>
          </a:xfrm>
          <a:custGeom>
            <a:avLst/>
            <a:gdLst>
              <a:gd name="connsiteX0" fmla="*/ 291359 w 7238998"/>
              <a:gd name="connsiteY0" fmla="*/ 0 h 6322891"/>
              <a:gd name="connsiteX1" fmla="*/ 6947639 w 7238998"/>
              <a:gd name="connsiteY1" fmla="*/ 0 h 6322891"/>
              <a:gd name="connsiteX2" fmla="*/ 7238998 w 7238998"/>
              <a:gd name="connsiteY2" fmla="*/ 291359 h 6322891"/>
              <a:gd name="connsiteX3" fmla="*/ 7238998 w 7238998"/>
              <a:gd name="connsiteY3" fmla="*/ 6031532 h 6322891"/>
              <a:gd name="connsiteX4" fmla="*/ 6947639 w 7238998"/>
              <a:gd name="connsiteY4" fmla="*/ 6322891 h 6322891"/>
              <a:gd name="connsiteX5" fmla="*/ 291359 w 7238998"/>
              <a:gd name="connsiteY5" fmla="*/ 6322891 h 6322891"/>
              <a:gd name="connsiteX6" fmla="*/ 0 w 7238998"/>
              <a:gd name="connsiteY6" fmla="*/ 6031532 h 6322891"/>
              <a:gd name="connsiteX7" fmla="*/ 0 w 7238998"/>
              <a:gd name="connsiteY7" fmla="*/ 291359 h 6322891"/>
              <a:gd name="connsiteX8" fmla="*/ 291359 w 7238998"/>
              <a:gd name="connsiteY8" fmla="*/ 0 h 6322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38998" h="6322891">
                <a:moveTo>
                  <a:pt x="291359" y="0"/>
                </a:moveTo>
                <a:lnTo>
                  <a:pt x="6947639" y="0"/>
                </a:lnTo>
                <a:cubicBezTo>
                  <a:pt x="7108552" y="0"/>
                  <a:pt x="7238998" y="130446"/>
                  <a:pt x="7238998" y="291359"/>
                </a:cubicBezTo>
                <a:lnTo>
                  <a:pt x="7238998" y="6031532"/>
                </a:lnTo>
                <a:cubicBezTo>
                  <a:pt x="7238998" y="6192445"/>
                  <a:pt x="7108552" y="6322891"/>
                  <a:pt x="6947639" y="6322891"/>
                </a:cubicBezTo>
                <a:lnTo>
                  <a:pt x="291359" y="6322891"/>
                </a:lnTo>
                <a:cubicBezTo>
                  <a:pt x="130446" y="6322891"/>
                  <a:pt x="0" y="6192445"/>
                  <a:pt x="0" y="6031532"/>
                </a:cubicBezTo>
                <a:lnTo>
                  <a:pt x="0" y="291359"/>
                </a:lnTo>
                <a:cubicBezTo>
                  <a:pt x="0" y="130446"/>
                  <a:pt x="130446" y="0"/>
                  <a:pt x="291359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66481" y="6391656"/>
            <a:ext cx="2703777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7500" y="6391656"/>
            <a:ext cx="103208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DB19E114-DE0F-4D79-972B-16F4D1534B50}" type="datetime1">
              <a:rPr lang="en-US" smtClean="0"/>
              <a:t>2/14/2026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4" y="6388837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0748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816" y="199795"/>
            <a:ext cx="8777428" cy="364068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8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5854" y="4898361"/>
            <a:ext cx="5675450" cy="1334847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170987F-8E30-461F-9E4C-7F5E2EE91FF0}" type="datetime1">
              <a:rPr lang="en-US" smtClean="0"/>
              <a:t>2/14/2026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8184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8598" y="1529542"/>
            <a:ext cx="8154804" cy="2323883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10715" y="4053504"/>
            <a:ext cx="5970570" cy="107267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54ACAC3-7932-4379-B917-F7F78C6F24BE}" type="datetime1">
              <a:rPr lang="en-US" smtClean="0"/>
              <a:t>2/14/2026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3979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512" y="192360"/>
            <a:ext cx="11812264" cy="415700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1500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5854" y="5029200"/>
            <a:ext cx="5681546" cy="1204009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D520D0B-46AC-4382-A6D6-2E63B78F1E03}" type="datetime1">
              <a:rPr lang="en-US" smtClean="0"/>
              <a:t>2/14/2026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4206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729" y="3200400"/>
            <a:ext cx="9002895" cy="3582184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4" y="141216"/>
            <a:ext cx="2703777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7500" y="141216"/>
            <a:ext cx="103208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BB9144B-27A2-4831-A05B-9434A462331E}" type="datetime1">
              <a:rPr lang="en-US" smtClean="0"/>
              <a:t>2/14/2026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4" y="141216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3402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15" y="189689"/>
            <a:ext cx="11341905" cy="1629485"/>
          </a:xfrm>
        </p:spPr>
        <p:txBody>
          <a:bodyPr anchor="t">
            <a:normAutofit/>
          </a:bodyPr>
          <a:lstStyle>
            <a:lvl1pPr>
              <a:defRPr sz="76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2362200"/>
            <a:ext cx="5829300" cy="3810000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buFont typeface="+mj-lt"/>
              <a:buAutoNum type="arabicPeriod"/>
              <a:defRPr lang="en-US" sz="1600" dirty="0"/>
            </a:lvl1pPr>
            <a:lvl2pPr marL="571500" indent="-342900">
              <a:buFont typeface="+mj-lt"/>
              <a:buAutoNum type="arabicPeriod"/>
              <a:defRPr lang="en-US" sz="1600" dirty="0"/>
            </a:lvl2pPr>
            <a:lvl3pPr marL="800100" indent="-342900">
              <a:buFont typeface="+mj-lt"/>
              <a:buAutoNum type="arabicPeriod"/>
              <a:defRPr lang="en-US" sz="1600" dirty="0"/>
            </a:lvl3pPr>
            <a:lvl4pPr>
              <a:buFont typeface="+mj-lt"/>
              <a:buAutoNum type="arabicPeriod"/>
              <a:defRPr lang="en-US" sz="1600" dirty="0"/>
            </a:lvl4pPr>
            <a:lvl5pPr>
              <a:buFont typeface="+mj-lt"/>
              <a:buAutoNum type="arabicPeriod"/>
              <a:defRPr lang="en-US" sz="16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95950-DBB3-436C-A1DD-7D3C30A336E3}" type="datetime1">
              <a:rPr lang="en-US" smtClean="0"/>
              <a:t>2/14/2026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3708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4061862"/>
            <a:ext cx="5913120" cy="2268359"/>
          </a:xfrm>
        </p:spPr>
        <p:txBody>
          <a:bodyPr anchor="t">
            <a:normAutofit/>
          </a:bodyPr>
          <a:lstStyle>
            <a:lvl1pPr>
              <a:defRPr sz="5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F88BC23C-4171-DFCF-3175-10D2602FF56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74320" y="268508"/>
            <a:ext cx="11649456" cy="3609085"/>
          </a:xfrm>
          <a:custGeom>
            <a:avLst/>
            <a:gdLst>
              <a:gd name="connsiteX0" fmla="*/ 283385 w 11658600"/>
              <a:gd name="connsiteY0" fmla="*/ 0 h 3609085"/>
              <a:gd name="connsiteX1" fmla="*/ 11375215 w 11658600"/>
              <a:gd name="connsiteY1" fmla="*/ 0 h 3609085"/>
              <a:gd name="connsiteX2" fmla="*/ 11658600 w 11658600"/>
              <a:gd name="connsiteY2" fmla="*/ 283385 h 3609085"/>
              <a:gd name="connsiteX3" fmla="*/ 11658600 w 11658600"/>
              <a:gd name="connsiteY3" fmla="*/ 3325700 h 3609085"/>
              <a:gd name="connsiteX4" fmla="*/ 11375215 w 11658600"/>
              <a:gd name="connsiteY4" fmla="*/ 3609085 h 3609085"/>
              <a:gd name="connsiteX5" fmla="*/ 283385 w 11658600"/>
              <a:gd name="connsiteY5" fmla="*/ 3609085 h 3609085"/>
              <a:gd name="connsiteX6" fmla="*/ 0 w 11658600"/>
              <a:gd name="connsiteY6" fmla="*/ 3325700 h 3609085"/>
              <a:gd name="connsiteX7" fmla="*/ 0 w 11658600"/>
              <a:gd name="connsiteY7" fmla="*/ 283385 h 3609085"/>
              <a:gd name="connsiteX8" fmla="*/ 283385 w 11658600"/>
              <a:gd name="connsiteY8" fmla="*/ 0 h 3609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8600" h="3609085">
                <a:moveTo>
                  <a:pt x="283385" y="0"/>
                </a:moveTo>
                <a:lnTo>
                  <a:pt x="11375215" y="0"/>
                </a:lnTo>
                <a:cubicBezTo>
                  <a:pt x="11531724" y="0"/>
                  <a:pt x="11658600" y="126876"/>
                  <a:pt x="11658600" y="283385"/>
                </a:cubicBezTo>
                <a:lnTo>
                  <a:pt x="11658600" y="3325700"/>
                </a:lnTo>
                <a:cubicBezTo>
                  <a:pt x="11658600" y="3482209"/>
                  <a:pt x="11531724" y="3609085"/>
                  <a:pt x="11375215" y="3609085"/>
                </a:cubicBezTo>
                <a:lnTo>
                  <a:pt x="283385" y="3609085"/>
                </a:lnTo>
                <a:cubicBezTo>
                  <a:pt x="126876" y="3609085"/>
                  <a:pt x="0" y="3482209"/>
                  <a:pt x="0" y="3325700"/>
                </a:cubicBezTo>
                <a:lnTo>
                  <a:pt x="0" y="283385"/>
                </a:lnTo>
                <a:cubicBezTo>
                  <a:pt x="0" y="126876"/>
                  <a:pt x="126876" y="0"/>
                  <a:pt x="283385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515973" y="4039118"/>
            <a:ext cx="4419601" cy="2268360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Font typeface="+mj-lt"/>
              <a:buAutoNum type="arabicPeriod"/>
              <a:defRPr lang="en-US" sz="1400" dirty="0"/>
            </a:lvl1pPr>
            <a:lvl2pPr marL="571500" indent="-342900">
              <a:buFont typeface="+mj-lt"/>
              <a:buAutoNum type="arabicPeriod"/>
              <a:defRPr lang="en-US" sz="1400" dirty="0"/>
            </a:lvl2pPr>
            <a:lvl3pPr marL="800100" indent="-342900">
              <a:buFont typeface="+mj-lt"/>
              <a:buAutoNum type="arabicPeriod"/>
              <a:defRPr lang="en-US" sz="14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400" dirty="0"/>
            </a:lvl5pPr>
          </a:lstStyle>
          <a:p>
            <a:pPr marL="228600" lvl="0" indent="-228600"/>
            <a:r>
              <a:rPr lang="en-US"/>
              <a:t>Click to edit Master text styles</a:t>
            </a:r>
          </a:p>
          <a:p>
            <a:pPr marL="228600" lvl="1" indent="-228600"/>
            <a:r>
              <a:rPr lang="en-US"/>
              <a:t>Second level</a:t>
            </a:r>
          </a:p>
          <a:p>
            <a:pPr marL="228600" lvl="2" indent="-228600"/>
            <a:r>
              <a:rPr lang="en-US"/>
              <a:t>Third level</a:t>
            </a:r>
          </a:p>
          <a:p>
            <a:pPr marL="228600" lvl="3" indent="-228600"/>
            <a:r>
              <a:rPr lang="en-US"/>
              <a:t>Fourth level</a:t>
            </a:r>
          </a:p>
          <a:p>
            <a:pPr marL="228600" lvl="4" indent="-228600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87737"/>
            <a:ext cx="2703777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CDF8E-0DD2-43D3-8D07-9F3C411EACC9}" type="datetime1">
              <a:rPr lang="en-US" smtClean="0"/>
              <a:t>2/14/2026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3027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5973" y="1010652"/>
            <a:ext cx="3437576" cy="1366457"/>
          </a:xfrm>
        </p:spPr>
        <p:txBody>
          <a:bodyPr anchor="t">
            <a:noAutofit/>
          </a:bodyPr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515974" y="2377109"/>
            <a:ext cx="3437576" cy="3393239"/>
          </a:xfrm>
        </p:spPr>
        <p:txBody>
          <a:bodyPr vert="horz" lIns="91440" tIns="45720" rIns="91440" bIns="45720" rtlCol="0" anchor="b">
            <a:normAutofit/>
          </a:bodyPr>
          <a:lstStyle>
            <a:lvl1pPr marL="342900" indent="-342900">
              <a:buFont typeface="+mj-lt"/>
              <a:buAutoNum type="arabicPeriod"/>
              <a:defRPr lang="en-US" sz="1400" dirty="0"/>
            </a:lvl1pPr>
            <a:lvl2pPr marL="571500" indent="-342900">
              <a:buFont typeface="+mj-lt"/>
              <a:buAutoNum type="arabicPeriod"/>
              <a:defRPr lang="en-US" sz="1400" dirty="0"/>
            </a:lvl2pPr>
            <a:lvl3pPr marL="800100" indent="-342900">
              <a:buFont typeface="+mj-lt"/>
              <a:buAutoNum type="arabicPeriod"/>
              <a:defRPr lang="en-US" sz="14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400" dirty="0"/>
            </a:lvl5pPr>
          </a:lstStyle>
          <a:p>
            <a:pPr marL="228600" lvl="0" indent="-228600"/>
            <a:r>
              <a:rPr lang="en-US"/>
              <a:t>Click to edit Master text styles</a:t>
            </a:r>
          </a:p>
          <a:p>
            <a:pPr marL="228600" lvl="1" indent="-228600"/>
            <a:r>
              <a:rPr lang="en-US"/>
              <a:t>Second level</a:t>
            </a:r>
          </a:p>
          <a:p>
            <a:pPr marL="228600" lvl="2" indent="-228600"/>
            <a:r>
              <a:rPr lang="en-US"/>
              <a:t>Third level</a:t>
            </a:r>
          </a:p>
          <a:p>
            <a:pPr marL="228600" lvl="3" indent="-228600"/>
            <a:r>
              <a:rPr lang="en-US"/>
              <a:t>Fourth level</a:t>
            </a:r>
          </a:p>
          <a:p>
            <a:pPr marL="228600" lvl="4" indent="-228600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739F752-D848-0871-8BE8-DE94F03F5A3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7608643 w 12192000"/>
              <a:gd name="connsiteY0" fmla="*/ 808189 h 6858000"/>
              <a:gd name="connsiteX1" fmla="*/ 7295225 w 12192000"/>
              <a:gd name="connsiteY1" fmla="*/ 1121607 h 6858000"/>
              <a:gd name="connsiteX2" fmla="*/ 7295225 w 12192000"/>
              <a:gd name="connsiteY2" fmla="*/ 5736392 h 6858000"/>
              <a:gd name="connsiteX3" fmla="*/ 7608643 w 12192000"/>
              <a:gd name="connsiteY3" fmla="*/ 6049810 h 6858000"/>
              <a:gd name="connsiteX4" fmla="*/ 10856901 w 12192000"/>
              <a:gd name="connsiteY4" fmla="*/ 6049810 h 6858000"/>
              <a:gd name="connsiteX5" fmla="*/ 11170319 w 12192000"/>
              <a:gd name="connsiteY5" fmla="*/ 5736392 h 6858000"/>
              <a:gd name="connsiteX6" fmla="*/ 11170319 w 12192000"/>
              <a:gd name="connsiteY6" fmla="*/ 1121607 h 6858000"/>
              <a:gd name="connsiteX7" fmla="*/ 10856901 w 12192000"/>
              <a:gd name="connsiteY7" fmla="*/ 808189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6858000">
                <a:moveTo>
                  <a:pt x="7608643" y="808189"/>
                </a:moveTo>
                <a:cubicBezTo>
                  <a:pt x="7435547" y="808189"/>
                  <a:pt x="7295225" y="948511"/>
                  <a:pt x="7295225" y="1121607"/>
                </a:cubicBezTo>
                <a:lnTo>
                  <a:pt x="7295225" y="5736392"/>
                </a:lnTo>
                <a:cubicBezTo>
                  <a:pt x="7295225" y="5909488"/>
                  <a:pt x="7435547" y="6049810"/>
                  <a:pt x="7608643" y="6049810"/>
                </a:cubicBezTo>
                <a:lnTo>
                  <a:pt x="10856901" y="6049810"/>
                </a:lnTo>
                <a:cubicBezTo>
                  <a:pt x="11029997" y="6049810"/>
                  <a:pt x="11170319" y="5909488"/>
                  <a:pt x="11170319" y="5736392"/>
                </a:cubicBezTo>
                <a:lnTo>
                  <a:pt x="11170319" y="1121607"/>
                </a:lnTo>
                <a:cubicBezTo>
                  <a:pt x="11170319" y="948511"/>
                  <a:pt x="11029997" y="808189"/>
                  <a:pt x="10856901" y="808189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87737"/>
            <a:ext cx="2703777" cy="338328"/>
          </a:xfrm>
        </p:spPr>
        <p:txBody>
          <a:bodyPr/>
          <a:lstStyle>
            <a:lvl1pPr>
              <a:defRPr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5CAA6AFE-5243-4B4E-B26C-A6689C02EC29}" type="datetime1">
              <a:rPr lang="en-US" smtClean="0"/>
              <a:t>2/14/2026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7544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1840" y="1719072"/>
            <a:ext cx="5623560" cy="1188720"/>
          </a:xfrm>
        </p:spPr>
        <p:txBody>
          <a:bodyPr anchor="ctr">
            <a:normAutofit/>
          </a:bodyPr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86200" y="3136392"/>
            <a:ext cx="4425696" cy="2121408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en-US" dirty="0"/>
            </a:lvl1pPr>
            <a:lvl2pPr marL="228600" indent="0" algn="ctr">
              <a:buNone/>
              <a:defRPr lang="en-US" dirty="0"/>
            </a:lvl2pPr>
            <a:lvl3pPr marL="457200" indent="0" algn="ctr">
              <a:buNone/>
              <a:defRPr lang="en-US" dirty="0"/>
            </a:lvl3pPr>
            <a:lvl4pPr marL="685800" indent="0" algn="ctr">
              <a:buNone/>
              <a:defRPr lang="en-US" dirty="0"/>
            </a:lvl4pPr>
            <a:lvl5pPr marL="914400" indent="0" algn="ctr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BC84D-3F39-4027-A7D7-7B3951112F59}" type="datetime1">
              <a:rPr lang="en-US" smtClean="0"/>
              <a:t>2/14/2026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3727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638300"/>
            <a:ext cx="3114136" cy="379911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19472" y="1638300"/>
            <a:ext cx="4800600" cy="379911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A91AB-22B6-4C8F-9120-C6CEAE2E6D6E}" type="datetime1">
              <a:rPr lang="en-US" smtClean="0"/>
              <a:t>2/14/2026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7799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131" y="1638299"/>
            <a:ext cx="3314700" cy="3873268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01019" y="1638299"/>
            <a:ext cx="6080760" cy="387326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B97BB-FABD-465F-A92A-114DD4401A7A}" type="datetime1">
              <a:rPr lang="en-US" smtClean="0"/>
              <a:t>2/14/2026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9949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296" y="990601"/>
            <a:ext cx="3168695" cy="343754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18888" y="990600"/>
            <a:ext cx="6126480" cy="51499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8D00A-7D56-4264-9287-3F8AAF130D23}" type="datetime1">
              <a:rPr lang="en-US" smtClean="0"/>
              <a:t>2/14/2026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078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3310394" cy="4058127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972674" y="266700"/>
            <a:ext cx="7688495" cy="604783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A6678-B47B-4355-B5D6-D7B9669114D3}" type="datetime1">
              <a:rPr lang="en-US" smtClean="0"/>
              <a:t>2/14/2026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627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9525" y="219456"/>
            <a:ext cx="6376547" cy="1066006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C455FC9-9346-2F53-C58C-5C64036CD9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8573"/>
            <a:ext cx="4419600" cy="6325969"/>
          </a:xfrm>
          <a:custGeom>
            <a:avLst/>
            <a:gdLst>
              <a:gd name="connsiteX0" fmla="*/ 300746 w 4381500"/>
              <a:gd name="connsiteY0" fmla="*/ 0 h 6290961"/>
              <a:gd name="connsiteX1" fmla="*/ 4080754 w 4381500"/>
              <a:gd name="connsiteY1" fmla="*/ 0 h 6290961"/>
              <a:gd name="connsiteX2" fmla="*/ 4381500 w 4381500"/>
              <a:gd name="connsiteY2" fmla="*/ 300746 h 6290961"/>
              <a:gd name="connsiteX3" fmla="*/ 4381500 w 4381500"/>
              <a:gd name="connsiteY3" fmla="*/ 5990215 h 6290961"/>
              <a:gd name="connsiteX4" fmla="*/ 4080754 w 4381500"/>
              <a:gd name="connsiteY4" fmla="*/ 6290961 h 6290961"/>
              <a:gd name="connsiteX5" fmla="*/ 300746 w 4381500"/>
              <a:gd name="connsiteY5" fmla="*/ 6290961 h 6290961"/>
              <a:gd name="connsiteX6" fmla="*/ 0 w 4381500"/>
              <a:gd name="connsiteY6" fmla="*/ 5990215 h 6290961"/>
              <a:gd name="connsiteX7" fmla="*/ 0 w 4381500"/>
              <a:gd name="connsiteY7" fmla="*/ 300746 h 6290961"/>
              <a:gd name="connsiteX8" fmla="*/ 300746 w 4381500"/>
              <a:gd name="connsiteY8" fmla="*/ 0 h 6290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81500" h="6290961">
                <a:moveTo>
                  <a:pt x="300746" y="0"/>
                </a:moveTo>
                <a:lnTo>
                  <a:pt x="4080754" y="0"/>
                </a:lnTo>
                <a:cubicBezTo>
                  <a:pt x="4246851" y="0"/>
                  <a:pt x="4381500" y="134649"/>
                  <a:pt x="4381500" y="300746"/>
                </a:cubicBezTo>
                <a:lnTo>
                  <a:pt x="4381500" y="5990215"/>
                </a:lnTo>
                <a:cubicBezTo>
                  <a:pt x="4381500" y="6156312"/>
                  <a:pt x="4246851" y="6290961"/>
                  <a:pt x="4080754" y="6290961"/>
                </a:cubicBezTo>
                <a:lnTo>
                  <a:pt x="300746" y="6290961"/>
                </a:lnTo>
                <a:cubicBezTo>
                  <a:pt x="134649" y="6290961"/>
                  <a:pt x="0" y="6156312"/>
                  <a:pt x="0" y="5990215"/>
                </a:cubicBezTo>
                <a:lnTo>
                  <a:pt x="0" y="300746"/>
                </a:lnTo>
                <a:cubicBezTo>
                  <a:pt x="0" y="134649"/>
                  <a:pt x="134649" y="0"/>
                  <a:pt x="3007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19526" y="1285462"/>
            <a:ext cx="6376546" cy="4986355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19526" y="6387737"/>
            <a:ext cx="2703777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C4801C4-BD33-47CA-B204-FEE9BA7A0B92}" type="datetime1">
              <a:rPr lang="en-US" smtClean="0"/>
              <a:t>2/14/2026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9561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79" y="219457"/>
            <a:ext cx="6370321" cy="100887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2880" y="1228329"/>
            <a:ext cx="6370320" cy="5043490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54416" y="6390795"/>
            <a:ext cx="1298784" cy="338328"/>
          </a:xfrm>
        </p:spPr>
        <p:txBody>
          <a:bodyPr/>
          <a:lstStyle/>
          <a:p>
            <a:fld id="{14BC2DE8-147F-4C22-A99D-4EAEB6D0A374}" type="datetime1">
              <a:rPr lang="en-US" smtClean="0"/>
              <a:t>2/14/2026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90795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F11DC52-D1FD-A255-1A04-7A15A9DE3C8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505700" y="266700"/>
            <a:ext cx="4419600" cy="6324600"/>
          </a:xfrm>
          <a:custGeom>
            <a:avLst/>
            <a:gdLst>
              <a:gd name="connsiteX0" fmla="*/ 293171 w 4495799"/>
              <a:gd name="connsiteY0" fmla="*/ 0 h 6172200"/>
              <a:gd name="connsiteX1" fmla="*/ 4202628 w 4495799"/>
              <a:gd name="connsiteY1" fmla="*/ 0 h 6172200"/>
              <a:gd name="connsiteX2" fmla="*/ 4495799 w 4495799"/>
              <a:gd name="connsiteY2" fmla="*/ 293171 h 6172200"/>
              <a:gd name="connsiteX3" fmla="*/ 4495799 w 4495799"/>
              <a:gd name="connsiteY3" fmla="*/ 5879029 h 6172200"/>
              <a:gd name="connsiteX4" fmla="*/ 4202628 w 4495799"/>
              <a:gd name="connsiteY4" fmla="*/ 6172200 h 6172200"/>
              <a:gd name="connsiteX5" fmla="*/ 293171 w 4495799"/>
              <a:gd name="connsiteY5" fmla="*/ 6172200 h 6172200"/>
              <a:gd name="connsiteX6" fmla="*/ 0 w 4495799"/>
              <a:gd name="connsiteY6" fmla="*/ 5879029 h 6172200"/>
              <a:gd name="connsiteX7" fmla="*/ 0 w 4495799"/>
              <a:gd name="connsiteY7" fmla="*/ 293171 h 6172200"/>
              <a:gd name="connsiteX8" fmla="*/ 293171 w 4495799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495799" h="6172200">
                <a:moveTo>
                  <a:pt x="293171" y="0"/>
                </a:moveTo>
                <a:lnTo>
                  <a:pt x="4202628" y="0"/>
                </a:lnTo>
                <a:cubicBezTo>
                  <a:pt x="4364542" y="0"/>
                  <a:pt x="4495799" y="131257"/>
                  <a:pt x="4495799" y="293171"/>
                </a:cubicBezTo>
                <a:lnTo>
                  <a:pt x="4495799" y="5879029"/>
                </a:lnTo>
                <a:cubicBezTo>
                  <a:pt x="4495799" y="6040943"/>
                  <a:pt x="4364542" y="6172200"/>
                  <a:pt x="4202628" y="6172200"/>
                </a:cubicBezTo>
                <a:lnTo>
                  <a:pt x="293171" y="6172200"/>
                </a:lnTo>
                <a:cubicBezTo>
                  <a:pt x="131257" y="6172200"/>
                  <a:pt x="0" y="6040943"/>
                  <a:pt x="0" y="5879029"/>
                </a:cubicBezTo>
                <a:lnTo>
                  <a:pt x="0" y="293171"/>
                </a:lnTo>
                <a:cubicBezTo>
                  <a:pt x="0" y="131257"/>
                  <a:pt x="131257" y="0"/>
                  <a:pt x="293171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4918706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702" y="219456"/>
            <a:ext cx="7241297" cy="923544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Picture Placeholder 9">
            <a:extLst>
              <a:ext uri="{FF2B5EF4-FFF2-40B4-BE49-F238E27FC236}">
                <a16:creationId xmlns:a16="http://schemas.microsoft.com/office/drawing/2014/main" id="{FC55F3DB-E75F-ADDF-8222-D3F62F2CCE8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8573"/>
            <a:ext cx="3675888" cy="6327648"/>
          </a:xfrm>
          <a:custGeom>
            <a:avLst/>
            <a:gdLst>
              <a:gd name="connsiteX0" fmla="*/ 301545 w 3675888"/>
              <a:gd name="connsiteY0" fmla="*/ 0 h 6320854"/>
              <a:gd name="connsiteX1" fmla="*/ 3375347 w 3675888"/>
              <a:gd name="connsiteY1" fmla="*/ 0 h 6320854"/>
              <a:gd name="connsiteX2" fmla="*/ 3675888 w 3675888"/>
              <a:gd name="connsiteY2" fmla="*/ 300541 h 6320854"/>
              <a:gd name="connsiteX3" fmla="*/ 3675888 w 3675888"/>
              <a:gd name="connsiteY3" fmla="*/ 6025428 h 6320854"/>
              <a:gd name="connsiteX4" fmla="*/ 3492331 w 3675888"/>
              <a:gd name="connsiteY4" fmla="*/ 6302351 h 6320854"/>
              <a:gd name="connsiteX5" fmla="*/ 3400682 w 3675888"/>
              <a:gd name="connsiteY5" fmla="*/ 6320854 h 6320854"/>
              <a:gd name="connsiteX6" fmla="*/ 275206 w 3675888"/>
              <a:gd name="connsiteY6" fmla="*/ 6320854 h 6320854"/>
              <a:gd name="connsiteX7" fmla="*/ 186647 w 3675888"/>
              <a:gd name="connsiteY7" fmla="*/ 6302975 h 6320854"/>
              <a:gd name="connsiteX8" fmla="*/ 184171 w 3675888"/>
              <a:gd name="connsiteY8" fmla="*/ 6302204 h 6320854"/>
              <a:gd name="connsiteX9" fmla="*/ 114619 w 3675888"/>
              <a:gd name="connsiteY9" fmla="*/ 6259884 h 6320854"/>
              <a:gd name="connsiteX10" fmla="*/ 105939 w 3675888"/>
              <a:gd name="connsiteY10" fmla="*/ 6252721 h 6320854"/>
              <a:gd name="connsiteX11" fmla="*/ 51500 w 3675888"/>
              <a:gd name="connsiteY11" fmla="*/ 6192635 h 6320854"/>
              <a:gd name="connsiteX12" fmla="*/ 16622 w 3675888"/>
              <a:gd name="connsiteY12" fmla="*/ 6119873 h 6320854"/>
              <a:gd name="connsiteX13" fmla="*/ 12537 w 3675888"/>
              <a:gd name="connsiteY13" fmla="*/ 6106716 h 6320854"/>
              <a:gd name="connsiteX14" fmla="*/ 0 w 3675888"/>
              <a:gd name="connsiteY14" fmla="*/ 6023550 h 6320854"/>
              <a:gd name="connsiteX15" fmla="*/ 0 w 3675888"/>
              <a:gd name="connsiteY15" fmla="*/ 302420 h 6320854"/>
              <a:gd name="connsiteX16" fmla="*/ 301545 w 3675888"/>
              <a:gd name="connsiteY16" fmla="*/ 0 h 632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75888" h="6320854">
                <a:moveTo>
                  <a:pt x="301545" y="0"/>
                </a:moveTo>
                <a:lnTo>
                  <a:pt x="3375347" y="0"/>
                </a:lnTo>
                <a:cubicBezTo>
                  <a:pt x="3541331" y="0"/>
                  <a:pt x="3675888" y="134557"/>
                  <a:pt x="3675888" y="300541"/>
                </a:cubicBezTo>
                <a:lnTo>
                  <a:pt x="3675888" y="6025428"/>
                </a:lnTo>
                <a:cubicBezTo>
                  <a:pt x="3675888" y="6149916"/>
                  <a:pt x="3600200" y="6256727"/>
                  <a:pt x="3492331" y="6302351"/>
                </a:cubicBezTo>
                <a:lnTo>
                  <a:pt x="3400682" y="6320854"/>
                </a:lnTo>
                <a:lnTo>
                  <a:pt x="275206" y="6320854"/>
                </a:lnTo>
                <a:lnTo>
                  <a:pt x="186647" y="6302975"/>
                </a:lnTo>
                <a:lnTo>
                  <a:pt x="184171" y="6302204"/>
                </a:lnTo>
                <a:lnTo>
                  <a:pt x="114619" y="6259884"/>
                </a:lnTo>
                <a:lnTo>
                  <a:pt x="105939" y="6252721"/>
                </a:lnTo>
                <a:lnTo>
                  <a:pt x="51500" y="6192635"/>
                </a:lnTo>
                <a:lnTo>
                  <a:pt x="16622" y="6119873"/>
                </a:lnTo>
                <a:lnTo>
                  <a:pt x="12537" y="6106716"/>
                </a:lnTo>
                <a:lnTo>
                  <a:pt x="0" y="6023550"/>
                </a:lnTo>
                <a:lnTo>
                  <a:pt x="0" y="302420"/>
                </a:lnTo>
                <a:cubicBezTo>
                  <a:pt x="0" y="135398"/>
                  <a:pt x="135007" y="0"/>
                  <a:pt x="30154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88702" y="1143000"/>
            <a:ext cx="7241298" cy="5239512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88702" y="6382981"/>
            <a:ext cx="2703777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7BBC631-32E9-41B5-A4D6-F9BADFAA6AF1}" type="datetime1">
              <a:rPr lang="en-US" smtClean="0"/>
              <a:t>2/14/2026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8693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7241297" cy="923544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2880" y="1143000"/>
            <a:ext cx="7241298" cy="5239512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82981"/>
            <a:ext cx="2703777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92093" y="6387128"/>
            <a:ext cx="103208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84DF367-E34D-4C28-A660-DCABBED01BCF}" type="datetime1">
              <a:rPr lang="en-US" smtClean="0"/>
              <a:t>2/14/2026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4177" y="6387128"/>
            <a:ext cx="457200" cy="338328"/>
          </a:xfrm>
        </p:spPr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F47C8A4F-E753-8148-3650-49C421EB54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249412" y="268573"/>
            <a:ext cx="3675888" cy="6327648"/>
          </a:xfrm>
          <a:custGeom>
            <a:avLst/>
            <a:gdLst>
              <a:gd name="connsiteX0" fmla="*/ 301545 w 3675888"/>
              <a:gd name="connsiteY0" fmla="*/ 0 h 6320854"/>
              <a:gd name="connsiteX1" fmla="*/ 3375347 w 3675888"/>
              <a:gd name="connsiteY1" fmla="*/ 0 h 6320854"/>
              <a:gd name="connsiteX2" fmla="*/ 3675888 w 3675888"/>
              <a:gd name="connsiteY2" fmla="*/ 300541 h 6320854"/>
              <a:gd name="connsiteX3" fmla="*/ 3675888 w 3675888"/>
              <a:gd name="connsiteY3" fmla="*/ 6025428 h 6320854"/>
              <a:gd name="connsiteX4" fmla="*/ 3492331 w 3675888"/>
              <a:gd name="connsiteY4" fmla="*/ 6302351 h 6320854"/>
              <a:gd name="connsiteX5" fmla="*/ 3400682 w 3675888"/>
              <a:gd name="connsiteY5" fmla="*/ 6320854 h 6320854"/>
              <a:gd name="connsiteX6" fmla="*/ 275206 w 3675888"/>
              <a:gd name="connsiteY6" fmla="*/ 6320854 h 6320854"/>
              <a:gd name="connsiteX7" fmla="*/ 186647 w 3675888"/>
              <a:gd name="connsiteY7" fmla="*/ 6302975 h 6320854"/>
              <a:gd name="connsiteX8" fmla="*/ 184171 w 3675888"/>
              <a:gd name="connsiteY8" fmla="*/ 6302204 h 6320854"/>
              <a:gd name="connsiteX9" fmla="*/ 114619 w 3675888"/>
              <a:gd name="connsiteY9" fmla="*/ 6259883 h 6320854"/>
              <a:gd name="connsiteX10" fmla="*/ 105939 w 3675888"/>
              <a:gd name="connsiteY10" fmla="*/ 6252722 h 6320854"/>
              <a:gd name="connsiteX11" fmla="*/ 51500 w 3675888"/>
              <a:gd name="connsiteY11" fmla="*/ 6192635 h 6320854"/>
              <a:gd name="connsiteX12" fmla="*/ 16622 w 3675888"/>
              <a:gd name="connsiteY12" fmla="*/ 6119873 h 6320854"/>
              <a:gd name="connsiteX13" fmla="*/ 12538 w 3675888"/>
              <a:gd name="connsiteY13" fmla="*/ 6106716 h 6320854"/>
              <a:gd name="connsiteX14" fmla="*/ 0 w 3675888"/>
              <a:gd name="connsiteY14" fmla="*/ 6023550 h 6320854"/>
              <a:gd name="connsiteX15" fmla="*/ 0 w 3675888"/>
              <a:gd name="connsiteY15" fmla="*/ 302420 h 6320854"/>
              <a:gd name="connsiteX16" fmla="*/ 301545 w 3675888"/>
              <a:gd name="connsiteY16" fmla="*/ 0 h 632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75888" h="6320854">
                <a:moveTo>
                  <a:pt x="301545" y="0"/>
                </a:moveTo>
                <a:lnTo>
                  <a:pt x="3375347" y="0"/>
                </a:lnTo>
                <a:cubicBezTo>
                  <a:pt x="3541331" y="0"/>
                  <a:pt x="3675888" y="134557"/>
                  <a:pt x="3675888" y="300541"/>
                </a:cubicBezTo>
                <a:lnTo>
                  <a:pt x="3675888" y="6025428"/>
                </a:lnTo>
                <a:cubicBezTo>
                  <a:pt x="3675888" y="6149916"/>
                  <a:pt x="3600200" y="6256727"/>
                  <a:pt x="3492331" y="6302351"/>
                </a:cubicBezTo>
                <a:lnTo>
                  <a:pt x="3400682" y="6320854"/>
                </a:lnTo>
                <a:lnTo>
                  <a:pt x="275206" y="6320854"/>
                </a:lnTo>
                <a:lnTo>
                  <a:pt x="186647" y="6302975"/>
                </a:lnTo>
                <a:lnTo>
                  <a:pt x="184171" y="6302204"/>
                </a:lnTo>
                <a:lnTo>
                  <a:pt x="114619" y="6259883"/>
                </a:lnTo>
                <a:lnTo>
                  <a:pt x="105939" y="6252722"/>
                </a:lnTo>
                <a:lnTo>
                  <a:pt x="51500" y="6192635"/>
                </a:lnTo>
                <a:lnTo>
                  <a:pt x="16622" y="6119873"/>
                </a:lnTo>
                <a:lnTo>
                  <a:pt x="12538" y="6106716"/>
                </a:lnTo>
                <a:lnTo>
                  <a:pt x="0" y="6023550"/>
                </a:lnTo>
                <a:lnTo>
                  <a:pt x="0" y="302420"/>
                </a:lnTo>
                <a:cubicBezTo>
                  <a:pt x="0" y="135398"/>
                  <a:pt x="135007" y="0"/>
                  <a:pt x="30154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3636224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9900" y="219456"/>
            <a:ext cx="4689685" cy="116465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B393C6F-81AD-C678-191F-0FD783654DC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6700"/>
            <a:ext cx="6292984" cy="6324600"/>
          </a:xfrm>
          <a:custGeom>
            <a:avLst/>
            <a:gdLst>
              <a:gd name="connsiteX0" fmla="*/ 300805 w 6292984"/>
              <a:gd name="connsiteY0" fmla="*/ 0 h 6324600"/>
              <a:gd name="connsiteX1" fmla="*/ 5992179 w 6292984"/>
              <a:gd name="connsiteY1" fmla="*/ 0 h 6324600"/>
              <a:gd name="connsiteX2" fmla="*/ 6292984 w 6292984"/>
              <a:gd name="connsiteY2" fmla="*/ 300805 h 6324600"/>
              <a:gd name="connsiteX3" fmla="*/ 6292984 w 6292984"/>
              <a:gd name="connsiteY3" fmla="*/ 6023795 h 6324600"/>
              <a:gd name="connsiteX4" fmla="*/ 5992179 w 6292984"/>
              <a:gd name="connsiteY4" fmla="*/ 6324600 h 6324600"/>
              <a:gd name="connsiteX5" fmla="*/ 300805 w 6292984"/>
              <a:gd name="connsiteY5" fmla="*/ 6324600 h 6324600"/>
              <a:gd name="connsiteX6" fmla="*/ 0 w 6292984"/>
              <a:gd name="connsiteY6" fmla="*/ 6023795 h 6324600"/>
              <a:gd name="connsiteX7" fmla="*/ 0 w 6292984"/>
              <a:gd name="connsiteY7" fmla="*/ 300805 h 6324600"/>
              <a:gd name="connsiteX8" fmla="*/ 300805 w 6292984"/>
              <a:gd name="connsiteY8" fmla="*/ 0 h 6324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92984" h="6324600">
                <a:moveTo>
                  <a:pt x="300805" y="0"/>
                </a:moveTo>
                <a:lnTo>
                  <a:pt x="5992179" y="0"/>
                </a:lnTo>
                <a:cubicBezTo>
                  <a:pt x="6158309" y="0"/>
                  <a:pt x="6292984" y="134675"/>
                  <a:pt x="6292984" y="300805"/>
                </a:cubicBezTo>
                <a:lnTo>
                  <a:pt x="6292984" y="6023795"/>
                </a:lnTo>
                <a:cubicBezTo>
                  <a:pt x="6292984" y="6189925"/>
                  <a:pt x="6158309" y="6324600"/>
                  <a:pt x="5992179" y="6324600"/>
                </a:cubicBezTo>
                <a:lnTo>
                  <a:pt x="300805" y="6324600"/>
                </a:lnTo>
                <a:cubicBezTo>
                  <a:pt x="134675" y="6324600"/>
                  <a:pt x="0" y="6189925"/>
                  <a:pt x="0" y="6023795"/>
                </a:cubicBezTo>
                <a:lnTo>
                  <a:pt x="0" y="300805"/>
                </a:lnTo>
                <a:cubicBezTo>
                  <a:pt x="0" y="134675"/>
                  <a:pt x="134675" y="0"/>
                  <a:pt x="30080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19900" y="1378227"/>
            <a:ext cx="4689684" cy="4888985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9900" y="6387737"/>
            <a:ext cx="2970477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0FFB8A6-6C87-4FAE-893A-7B00285062B3}" type="datetime1">
              <a:rPr lang="en-US" smtClean="0"/>
              <a:t>2/14/2026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13495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5" y="219456"/>
            <a:ext cx="4717429" cy="118088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5855" y="1400344"/>
            <a:ext cx="4729045" cy="4871473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88172" y="6390795"/>
            <a:ext cx="1298784" cy="338328"/>
          </a:xfrm>
        </p:spPr>
        <p:txBody>
          <a:bodyPr/>
          <a:lstStyle/>
          <a:p>
            <a:fld id="{5489A3B8-AADB-439D-85B5-E9ACAFD37972}" type="datetime1">
              <a:rPr lang="en-US" smtClean="0"/>
              <a:t>2/14/2026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86956" y="6390795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00703" y="266700"/>
            <a:ext cx="6324469" cy="6324600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9838419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1" y="220869"/>
            <a:ext cx="2941319" cy="308863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532114" y="220869"/>
            <a:ext cx="4594371" cy="616625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58174" y="6387128"/>
            <a:ext cx="1032084" cy="338328"/>
          </a:xfrm>
        </p:spPr>
        <p:txBody>
          <a:bodyPr/>
          <a:lstStyle/>
          <a:p>
            <a:fld id="{DF254B70-5EAB-445B-A3CD-C14D0B8ACD0C}" type="datetime1">
              <a:rPr lang="en-US" smtClean="0"/>
              <a:t>2/14/2026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690258" y="6387128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6FEEE5C-15B3-8386-23D3-B6B236C668F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34400" y="269080"/>
            <a:ext cx="3390900" cy="6327648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7644719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1" y="220869"/>
            <a:ext cx="3208020" cy="308863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6FEEE5C-15B3-8386-23D3-B6B236C668F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86300" y="266700"/>
            <a:ext cx="3500538" cy="63246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61087" y="220870"/>
            <a:ext cx="3200400" cy="6055554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8399-DE27-4A8B-8419-0512D16F4926}" type="datetime1">
              <a:rPr lang="en-US" smtClean="0"/>
              <a:t>2/14/2026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72408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3755" y="219456"/>
            <a:ext cx="3891435" cy="122533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B3BE62AC-2855-BB28-0282-25CA658273E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0473" y="265176"/>
            <a:ext cx="6984636" cy="6327648"/>
          </a:xfrm>
          <a:custGeom>
            <a:avLst/>
            <a:gdLst>
              <a:gd name="connsiteX0" fmla="*/ 302565 w 7228936"/>
              <a:gd name="connsiteY0" fmla="*/ 0 h 6316602"/>
              <a:gd name="connsiteX1" fmla="*/ 6926371 w 7228936"/>
              <a:gd name="connsiteY1" fmla="*/ 0 h 6316602"/>
              <a:gd name="connsiteX2" fmla="*/ 7228936 w 7228936"/>
              <a:gd name="connsiteY2" fmla="*/ 302565 h 6316602"/>
              <a:gd name="connsiteX3" fmla="*/ 7228936 w 7228936"/>
              <a:gd name="connsiteY3" fmla="*/ 6014037 h 6316602"/>
              <a:gd name="connsiteX4" fmla="*/ 6926371 w 7228936"/>
              <a:gd name="connsiteY4" fmla="*/ 6316602 h 6316602"/>
              <a:gd name="connsiteX5" fmla="*/ 302565 w 7228936"/>
              <a:gd name="connsiteY5" fmla="*/ 6316602 h 6316602"/>
              <a:gd name="connsiteX6" fmla="*/ 0 w 7228936"/>
              <a:gd name="connsiteY6" fmla="*/ 6014037 h 6316602"/>
              <a:gd name="connsiteX7" fmla="*/ 0 w 7228936"/>
              <a:gd name="connsiteY7" fmla="*/ 302565 h 6316602"/>
              <a:gd name="connsiteX8" fmla="*/ 302565 w 7228936"/>
              <a:gd name="connsiteY8" fmla="*/ 0 h 6316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28936" h="6316602">
                <a:moveTo>
                  <a:pt x="302565" y="0"/>
                </a:moveTo>
                <a:lnTo>
                  <a:pt x="6926371" y="0"/>
                </a:lnTo>
                <a:cubicBezTo>
                  <a:pt x="7093473" y="0"/>
                  <a:pt x="7228936" y="135463"/>
                  <a:pt x="7228936" y="302565"/>
                </a:cubicBezTo>
                <a:lnTo>
                  <a:pt x="7228936" y="6014037"/>
                </a:lnTo>
                <a:cubicBezTo>
                  <a:pt x="7228936" y="6181139"/>
                  <a:pt x="7093473" y="6316602"/>
                  <a:pt x="6926371" y="6316602"/>
                </a:cubicBezTo>
                <a:lnTo>
                  <a:pt x="302565" y="6316602"/>
                </a:lnTo>
                <a:cubicBezTo>
                  <a:pt x="135463" y="6316602"/>
                  <a:pt x="0" y="6181139"/>
                  <a:pt x="0" y="6014037"/>
                </a:cubicBezTo>
                <a:lnTo>
                  <a:pt x="0" y="302565"/>
                </a:lnTo>
                <a:cubicBezTo>
                  <a:pt x="0" y="135463"/>
                  <a:pt x="135463" y="0"/>
                  <a:pt x="30256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513753" y="1435652"/>
            <a:ext cx="3891435" cy="4833862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15079" y="6387128"/>
            <a:ext cx="2703777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9F43114-67DF-4FA3-9285-385EAC7FCBCA}" type="datetime1">
              <a:rPr lang="en-US" smtClean="0"/>
              <a:t>2/14/2026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03931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6" y="219457"/>
            <a:ext cx="4026915" cy="130353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5855" y="1522992"/>
            <a:ext cx="4026916" cy="4748826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99660" y="6387128"/>
            <a:ext cx="1032084" cy="338328"/>
          </a:xfrm>
        </p:spPr>
        <p:txBody>
          <a:bodyPr/>
          <a:lstStyle/>
          <a:p>
            <a:fld id="{1217BF59-E0D5-409C-8A6B-0F803A4B6315}" type="datetime1">
              <a:rPr lang="en-US" smtClean="0"/>
              <a:t>2/14/2026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231744" y="6387128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14900" y="265943"/>
            <a:ext cx="7010400" cy="6325357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8686540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59071" y="219456"/>
            <a:ext cx="3162300" cy="184919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4C1BE581-FB1F-EE1A-8946-9FA6FC25C11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6700"/>
            <a:ext cx="7924800" cy="6324600"/>
          </a:xfrm>
          <a:custGeom>
            <a:avLst/>
            <a:gdLst>
              <a:gd name="connsiteX0" fmla="*/ 293082 w 7924800"/>
              <a:gd name="connsiteY0" fmla="*/ 0 h 6324600"/>
              <a:gd name="connsiteX1" fmla="*/ 7631718 w 7924800"/>
              <a:gd name="connsiteY1" fmla="*/ 0 h 6324600"/>
              <a:gd name="connsiteX2" fmla="*/ 7924800 w 7924800"/>
              <a:gd name="connsiteY2" fmla="*/ 293082 h 6324600"/>
              <a:gd name="connsiteX3" fmla="*/ 7924800 w 7924800"/>
              <a:gd name="connsiteY3" fmla="*/ 6031518 h 6324600"/>
              <a:gd name="connsiteX4" fmla="*/ 7631718 w 7924800"/>
              <a:gd name="connsiteY4" fmla="*/ 6324600 h 6324600"/>
              <a:gd name="connsiteX5" fmla="*/ 293082 w 7924800"/>
              <a:gd name="connsiteY5" fmla="*/ 6324600 h 6324600"/>
              <a:gd name="connsiteX6" fmla="*/ 0 w 7924800"/>
              <a:gd name="connsiteY6" fmla="*/ 6031518 h 6324600"/>
              <a:gd name="connsiteX7" fmla="*/ 0 w 7924800"/>
              <a:gd name="connsiteY7" fmla="*/ 293082 h 6324600"/>
              <a:gd name="connsiteX8" fmla="*/ 293082 w 7924800"/>
              <a:gd name="connsiteY8" fmla="*/ 0 h 6324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924800" h="6324600">
                <a:moveTo>
                  <a:pt x="293082" y="0"/>
                </a:moveTo>
                <a:lnTo>
                  <a:pt x="7631718" y="0"/>
                </a:lnTo>
                <a:cubicBezTo>
                  <a:pt x="7793583" y="0"/>
                  <a:pt x="7924800" y="131217"/>
                  <a:pt x="7924800" y="293082"/>
                </a:cubicBezTo>
                <a:lnTo>
                  <a:pt x="7924800" y="6031518"/>
                </a:lnTo>
                <a:cubicBezTo>
                  <a:pt x="7924800" y="6193383"/>
                  <a:pt x="7793583" y="6324600"/>
                  <a:pt x="7631718" y="6324600"/>
                </a:cubicBezTo>
                <a:lnTo>
                  <a:pt x="293082" y="6324600"/>
                </a:lnTo>
                <a:cubicBezTo>
                  <a:pt x="131217" y="6324600"/>
                  <a:pt x="0" y="6193383"/>
                  <a:pt x="0" y="6031518"/>
                </a:cubicBezTo>
                <a:lnTo>
                  <a:pt x="0" y="293082"/>
                </a:lnTo>
                <a:cubicBezTo>
                  <a:pt x="0" y="131217"/>
                  <a:pt x="131217" y="0"/>
                  <a:pt x="293082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59071" y="2111514"/>
            <a:ext cx="3162300" cy="4158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59072" y="6387737"/>
            <a:ext cx="1983112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7500" y="6390795"/>
            <a:ext cx="103208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6AC6ED7C-CAEB-4C33-83BF-788B8A76A11C}" type="datetime1">
              <a:rPr lang="en-US" smtClean="0"/>
              <a:t>2/14/2026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29282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4" y="219456"/>
            <a:ext cx="3234982" cy="157721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5854" y="1796675"/>
            <a:ext cx="3234982" cy="447147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5" y="6387128"/>
            <a:ext cx="2095770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206416" y="6390795"/>
            <a:ext cx="103208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B0B5C10-8896-4A25-9ADC-0DE16BEA40F9}" type="datetime1">
              <a:rPr lang="en-US" smtClean="0"/>
              <a:t>2/14/2026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38500" y="6390795"/>
            <a:ext cx="457200" cy="338328"/>
          </a:xfrm>
        </p:spPr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965783" y="265176"/>
            <a:ext cx="7959517" cy="6327648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1437751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52434" y="219456"/>
            <a:ext cx="2504499" cy="228220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245013D-3ACD-0E69-50DF-0B7C6855E76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220" y="266700"/>
            <a:ext cx="8782316" cy="6324600"/>
          </a:xfrm>
          <a:custGeom>
            <a:avLst/>
            <a:gdLst>
              <a:gd name="connsiteX0" fmla="*/ 293967 w 8782316"/>
              <a:gd name="connsiteY0" fmla="*/ 0 h 6324600"/>
              <a:gd name="connsiteX1" fmla="*/ 8488349 w 8782316"/>
              <a:gd name="connsiteY1" fmla="*/ 0 h 6324600"/>
              <a:gd name="connsiteX2" fmla="*/ 8782316 w 8782316"/>
              <a:gd name="connsiteY2" fmla="*/ 293967 h 6324600"/>
              <a:gd name="connsiteX3" fmla="*/ 8782316 w 8782316"/>
              <a:gd name="connsiteY3" fmla="*/ 6030633 h 6324600"/>
              <a:gd name="connsiteX4" fmla="*/ 8488349 w 8782316"/>
              <a:gd name="connsiteY4" fmla="*/ 6324600 h 6324600"/>
              <a:gd name="connsiteX5" fmla="*/ 293967 w 8782316"/>
              <a:gd name="connsiteY5" fmla="*/ 6324600 h 6324600"/>
              <a:gd name="connsiteX6" fmla="*/ 0 w 8782316"/>
              <a:gd name="connsiteY6" fmla="*/ 6030633 h 6324600"/>
              <a:gd name="connsiteX7" fmla="*/ 0 w 8782316"/>
              <a:gd name="connsiteY7" fmla="*/ 293967 h 6324600"/>
              <a:gd name="connsiteX8" fmla="*/ 293967 w 8782316"/>
              <a:gd name="connsiteY8" fmla="*/ 0 h 6324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782316" h="6324600">
                <a:moveTo>
                  <a:pt x="293967" y="0"/>
                </a:moveTo>
                <a:lnTo>
                  <a:pt x="8488349" y="0"/>
                </a:lnTo>
                <a:cubicBezTo>
                  <a:pt x="8650702" y="0"/>
                  <a:pt x="8782316" y="131614"/>
                  <a:pt x="8782316" y="293967"/>
                </a:cubicBezTo>
                <a:lnTo>
                  <a:pt x="8782316" y="6030633"/>
                </a:lnTo>
                <a:cubicBezTo>
                  <a:pt x="8782316" y="6192986"/>
                  <a:pt x="8650702" y="6324600"/>
                  <a:pt x="8488349" y="6324600"/>
                </a:cubicBezTo>
                <a:lnTo>
                  <a:pt x="293967" y="6324600"/>
                </a:lnTo>
                <a:cubicBezTo>
                  <a:pt x="131614" y="6324600"/>
                  <a:pt x="0" y="6192986"/>
                  <a:pt x="0" y="6030633"/>
                </a:cubicBezTo>
                <a:lnTo>
                  <a:pt x="0" y="293967"/>
                </a:lnTo>
                <a:cubicBezTo>
                  <a:pt x="0" y="131614"/>
                  <a:pt x="131614" y="0"/>
                  <a:pt x="293967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262115" y="3001992"/>
            <a:ext cx="2494818" cy="3299767"/>
          </a:xfrm>
        </p:spPr>
        <p:txBody>
          <a:bodyPr anchor="b"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59368" y="6387737"/>
            <a:ext cx="1315404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64498" y="6390795"/>
            <a:ext cx="100765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7A7F542-C964-486E-82FB-259D80A22E0C}" type="datetime1">
              <a:rPr lang="en-US" smtClean="0"/>
              <a:t>2/14/2026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52682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878" y="5322914"/>
            <a:ext cx="4466322" cy="1064214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1800625-21B7-D3E3-63A2-DDD86082593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74220" y="265176"/>
            <a:ext cx="11651080" cy="4853814"/>
          </a:xfrm>
          <a:custGeom>
            <a:avLst/>
            <a:gdLst>
              <a:gd name="connsiteX0" fmla="*/ 291520 w 11651080"/>
              <a:gd name="connsiteY0" fmla="*/ 0 h 4853814"/>
              <a:gd name="connsiteX1" fmla="*/ 11359560 w 11651080"/>
              <a:gd name="connsiteY1" fmla="*/ 0 h 4853814"/>
              <a:gd name="connsiteX2" fmla="*/ 11651080 w 11651080"/>
              <a:gd name="connsiteY2" fmla="*/ 291520 h 4853814"/>
              <a:gd name="connsiteX3" fmla="*/ 11651080 w 11651080"/>
              <a:gd name="connsiteY3" fmla="*/ 4562294 h 4853814"/>
              <a:gd name="connsiteX4" fmla="*/ 11359560 w 11651080"/>
              <a:gd name="connsiteY4" fmla="*/ 4853814 h 4853814"/>
              <a:gd name="connsiteX5" fmla="*/ 291520 w 11651080"/>
              <a:gd name="connsiteY5" fmla="*/ 4853814 h 4853814"/>
              <a:gd name="connsiteX6" fmla="*/ 0 w 11651080"/>
              <a:gd name="connsiteY6" fmla="*/ 4562294 h 4853814"/>
              <a:gd name="connsiteX7" fmla="*/ 0 w 11651080"/>
              <a:gd name="connsiteY7" fmla="*/ 291520 h 4853814"/>
              <a:gd name="connsiteX8" fmla="*/ 291520 w 11651080"/>
              <a:gd name="connsiteY8" fmla="*/ 0 h 4853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1080" h="4853814">
                <a:moveTo>
                  <a:pt x="291520" y="0"/>
                </a:moveTo>
                <a:lnTo>
                  <a:pt x="11359560" y="0"/>
                </a:lnTo>
                <a:cubicBezTo>
                  <a:pt x="11520562" y="0"/>
                  <a:pt x="11651080" y="130518"/>
                  <a:pt x="11651080" y="291520"/>
                </a:cubicBezTo>
                <a:lnTo>
                  <a:pt x="11651080" y="4562294"/>
                </a:lnTo>
                <a:cubicBezTo>
                  <a:pt x="11651080" y="4723296"/>
                  <a:pt x="11520562" y="4853814"/>
                  <a:pt x="11359560" y="4853814"/>
                </a:cubicBezTo>
                <a:lnTo>
                  <a:pt x="291520" y="4853814"/>
                </a:lnTo>
                <a:cubicBezTo>
                  <a:pt x="130518" y="4853814"/>
                  <a:pt x="0" y="4723296"/>
                  <a:pt x="0" y="4562294"/>
                </a:cubicBezTo>
                <a:lnTo>
                  <a:pt x="0" y="291520"/>
                </a:lnTo>
                <a:cubicBezTo>
                  <a:pt x="0" y="130518"/>
                  <a:pt x="130518" y="0"/>
                  <a:pt x="291520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14900" y="5283156"/>
            <a:ext cx="7010400" cy="1103972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2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200"/>
            </a:lvl4pPr>
            <a:lvl5pPr marL="914400" indent="0"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A6D22-E558-45A5-AFFE-4CB08C13E909}" type="datetime1">
              <a:rPr lang="en-US" smtClean="0"/>
              <a:t>2/14/2026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39674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4" y="3994637"/>
            <a:ext cx="3460316" cy="1986345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9A350D79-60BC-073C-3EE9-FEF237EFFC3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220" y="266700"/>
            <a:ext cx="11651080" cy="3511571"/>
          </a:xfrm>
          <a:custGeom>
            <a:avLst/>
            <a:gdLst>
              <a:gd name="connsiteX0" fmla="*/ 293181 w 11651080"/>
              <a:gd name="connsiteY0" fmla="*/ 0 h 3511571"/>
              <a:gd name="connsiteX1" fmla="*/ 11357899 w 11651080"/>
              <a:gd name="connsiteY1" fmla="*/ 0 h 3511571"/>
              <a:gd name="connsiteX2" fmla="*/ 11651080 w 11651080"/>
              <a:gd name="connsiteY2" fmla="*/ 293181 h 3511571"/>
              <a:gd name="connsiteX3" fmla="*/ 11651080 w 11651080"/>
              <a:gd name="connsiteY3" fmla="*/ 3218390 h 3511571"/>
              <a:gd name="connsiteX4" fmla="*/ 11521819 w 11651080"/>
              <a:gd name="connsiteY4" fmla="*/ 3461500 h 3511571"/>
              <a:gd name="connsiteX5" fmla="*/ 11477449 w 11651080"/>
              <a:gd name="connsiteY5" fmla="*/ 3485583 h 3511571"/>
              <a:gd name="connsiteX6" fmla="*/ 11417209 w 11651080"/>
              <a:gd name="connsiteY6" fmla="*/ 3504280 h 3511571"/>
              <a:gd name="connsiteX7" fmla="*/ 11344868 w 11651080"/>
              <a:gd name="connsiteY7" fmla="*/ 3511571 h 3511571"/>
              <a:gd name="connsiteX8" fmla="*/ 310043 w 11651080"/>
              <a:gd name="connsiteY8" fmla="*/ 3511571 h 3511571"/>
              <a:gd name="connsiteX9" fmla="*/ 170323 w 11651080"/>
              <a:gd name="connsiteY9" fmla="*/ 3483368 h 3511571"/>
              <a:gd name="connsiteX10" fmla="*/ 127787 w 11651080"/>
              <a:gd name="connsiteY10" fmla="*/ 3460284 h 3511571"/>
              <a:gd name="connsiteX11" fmla="*/ 85871 w 11651080"/>
              <a:gd name="connsiteY11" fmla="*/ 3425700 h 3511571"/>
              <a:gd name="connsiteX12" fmla="*/ 0 w 11651080"/>
              <a:gd name="connsiteY12" fmla="*/ 3218390 h 3511571"/>
              <a:gd name="connsiteX13" fmla="*/ 0 w 11651080"/>
              <a:gd name="connsiteY13" fmla="*/ 293181 h 3511571"/>
              <a:gd name="connsiteX14" fmla="*/ 293181 w 11651080"/>
              <a:gd name="connsiteY14" fmla="*/ 0 h 351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1651080" h="3511571">
                <a:moveTo>
                  <a:pt x="293181" y="0"/>
                </a:moveTo>
                <a:lnTo>
                  <a:pt x="11357899" y="0"/>
                </a:lnTo>
                <a:cubicBezTo>
                  <a:pt x="11519818" y="0"/>
                  <a:pt x="11651080" y="131262"/>
                  <a:pt x="11651080" y="293181"/>
                </a:cubicBezTo>
                <a:lnTo>
                  <a:pt x="11651080" y="3218390"/>
                </a:lnTo>
                <a:cubicBezTo>
                  <a:pt x="11651080" y="3319589"/>
                  <a:pt x="11599806" y="3408813"/>
                  <a:pt x="11521819" y="3461500"/>
                </a:cubicBezTo>
                <a:lnTo>
                  <a:pt x="11477449" y="3485583"/>
                </a:lnTo>
                <a:lnTo>
                  <a:pt x="11417209" y="3504280"/>
                </a:lnTo>
                <a:cubicBezTo>
                  <a:pt x="11393842" y="3509060"/>
                  <a:pt x="11369648" y="3511571"/>
                  <a:pt x="11344868" y="3511571"/>
                </a:cubicBezTo>
                <a:lnTo>
                  <a:pt x="310043" y="3511571"/>
                </a:lnTo>
                <a:cubicBezTo>
                  <a:pt x="260482" y="3511571"/>
                  <a:pt x="213267" y="3501529"/>
                  <a:pt x="170323" y="3483368"/>
                </a:cubicBezTo>
                <a:lnTo>
                  <a:pt x="127787" y="3460284"/>
                </a:lnTo>
                <a:lnTo>
                  <a:pt x="85871" y="3425700"/>
                </a:lnTo>
                <a:cubicBezTo>
                  <a:pt x="32816" y="3372645"/>
                  <a:pt x="0" y="3299350"/>
                  <a:pt x="0" y="3218390"/>
                </a:cubicBezTo>
                <a:lnTo>
                  <a:pt x="0" y="293181"/>
                </a:lnTo>
                <a:cubicBezTo>
                  <a:pt x="0" y="131262"/>
                  <a:pt x="131262" y="0"/>
                  <a:pt x="293181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62400" y="3977466"/>
            <a:ext cx="7962900" cy="22860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360EB-95BF-4987-BAEE-E7CA2491C2B2}" type="datetime1">
              <a:rPr lang="en-US" smtClean="0"/>
              <a:t>2/14/2026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72112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78" y="216452"/>
            <a:ext cx="3381587" cy="2213524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62400" y="177492"/>
            <a:ext cx="7962900" cy="228600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/>
            </a:lvl1pPr>
            <a:lvl2pPr marL="514350" indent="-285750">
              <a:buFont typeface="Arial" panose="020B0604020202020204" pitchFamily="34" charset="0"/>
              <a:buChar char="•"/>
              <a:defRPr sz="14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5878" y="2513464"/>
            <a:ext cx="2805405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30339" y="2516244"/>
            <a:ext cx="1284010" cy="338328"/>
          </a:xfrm>
        </p:spPr>
        <p:txBody>
          <a:bodyPr/>
          <a:lstStyle/>
          <a:p>
            <a:fld id="{70D4BFA2-1BB9-40F7-B5CD-27AF3FC15B4F}" type="datetime1">
              <a:rPr lang="en-US" smtClean="0"/>
              <a:t>2/14/2026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5" y="2513464"/>
            <a:ext cx="449306" cy="338328"/>
          </a:xfrm>
        </p:spPr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56056E-3484-D9D0-95D5-818FF4C3C8D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220" y="2935280"/>
            <a:ext cx="11651080" cy="3656020"/>
          </a:xfrm>
          <a:custGeom>
            <a:avLst/>
            <a:gdLst>
              <a:gd name="connsiteX0" fmla="*/ 298989 w 11651080"/>
              <a:gd name="connsiteY0" fmla="*/ 0 h 3656020"/>
              <a:gd name="connsiteX1" fmla="*/ 11352091 w 11651080"/>
              <a:gd name="connsiteY1" fmla="*/ 0 h 3656020"/>
              <a:gd name="connsiteX2" fmla="*/ 11651080 w 11651080"/>
              <a:gd name="connsiteY2" fmla="*/ 298989 h 3656020"/>
              <a:gd name="connsiteX3" fmla="*/ 11651080 w 11651080"/>
              <a:gd name="connsiteY3" fmla="*/ 3357031 h 3656020"/>
              <a:gd name="connsiteX4" fmla="*/ 11352091 w 11651080"/>
              <a:gd name="connsiteY4" fmla="*/ 3656020 h 3656020"/>
              <a:gd name="connsiteX5" fmla="*/ 298989 w 11651080"/>
              <a:gd name="connsiteY5" fmla="*/ 3656020 h 3656020"/>
              <a:gd name="connsiteX6" fmla="*/ 0 w 11651080"/>
              <a:gd name="connsiteY6" fmla="*/ 3357031 h 3656020"/>
              <a:gd name="connsiteX7" fmla="*/ 0 w 11651080"/>
              <a:gd name="connsiteY7" fmla="*/ 298989 h 3656020"/>
              <a:gd name="connsiteX8" fmla="*/ 298989 w 11651080"/>
              <a:gd name="connsiteY8" fmla="*/ 0 h 3656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1080" h="3656020">
                <a:moveTo>
                  <a:pt x="298989" y="0"/>
                </a:moveTo>
                <a:lnTo>
                  <a:pt x="11352091" y="0"/>
                </a:lnTo>
                <a:cubicBezTo>
                  <a:pt x="11517218" y="0"/>
                  <a:pt x="11651080" y="133862"/>
                  <a:pt x="11651080" y="298989"/>
                </a:cubicBezTo>
                <a:lnTo>
                  <a:pt x="11651080" y="3357031"/>
                </a:lnTo>
                <a:cubicBezTo>
                  <a:pt x="11651080" y="3522158"/>
                  <a:pt x="11517218" y="3656020"/>
                  <a:pt x="11352091" y="3656020"/>
                </a:cubicBezTo>
                <a:lnTo>
                  <a:pt x="298989" y="3656020"/>
                </a:lnTo>
                <a:cubicBezTo>
                  <a:pt x="133862" y="3656020"/>
                  <a:pt x="0" y="3522158"/>
                  <a:pt x="0" y="3357031"/>
                </a:cubicBezTo>
                <a:lnTo>
                  <a:pt x="0" y="298989"/>
                </a:lnTo>
                <a:cubicBezTo>
                  <a:pt x="0" y="133862"/>
                  <a:pt x="133862" y="0"/>
                  <a:pt x="29898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9393695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7689" y="1277917"/>
            <a:ext cx="4244590" cy="105444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A6D8C26-0B2C-F81E-0E9B-25818527E0C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371601" y="2391930"/>
            <a:ext cx="4140679" cy="3094471"/>
          </a:xfrm>
          <a:custGeom>
            <a:avLst/>
            <a:gdLst>
              <a:gd name="connsiteX0" fmla="*/ 287879 w 4140679"/>
              <a:gd name="connsiteY0" fmla="*/ 0 h 3094471"/>
              <a:gd name="connsiteX1" fmla="*/ 3852800 w 4140679"/>
              <a:gd name="connsiteY1" fmla="*/ 0 h 3094471"/>
              <a:gd name="connsiteX2" fmla="*/ 4140679 w 4140679"/>
              <a:gd name="connsiteY2" fmla="*/ 287879 h 3094471"/>
              <a:gd name="connsiteX3" fmla="*/ 4140679 w 4140679"/>
              <a:gd name="connsiteY3" fmla="*/ 2806592 h 3094471"/>
              <a:gd name="connsiteX4" fmla="*/ 3852800 w 4140679"/>
              <a:gd name="connsiteY4" fmla="*/ 3094471 h 3094471"/>
              <a:gd name="connsiteX5" fmla="*/ 287879 w 4140679"/>
              <a:gd name="connsiteY5" fmla="*/ 3094471 h 3094471"/>
              <a:gd name="connsiteX6" fmla="*/ 0 w 4140679"/>
              <a:gd name="connsiteY6" fmla="*/ 2806592 h 3094471"/>
              <a:gd name="connsiteX7" fmla="*/ 0 w 4140679"/>
              <a:gd name="connsiteY7" fmla="*/ 287879 h 3094471"/>
              <a:gd name="connsiteX8" fmla="*/ 287879 w 4140679"/>
              <a:gd name="connsiteY8" fmla="*/ 0 h 3094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40679" h="3094471">
                <a:moveTo>
                  <a:pt x="287879" y="0"/>
                </a:moveTo>
                <a:lnTo>
                  <a:pt x="3852800" y="0"/>
                </a:lnTo>
                <a:cubicBezTo>
                  <a:pt x="4011791" y="0"/>
                  <a:pt x="4140679" y="128888"/>
                  <a:pt x="4140679" y="287879"/>
                </a:cubicBezTo>
                <a:lnTo>
                  <a:pt x="4140679" y="2806592"/>
                </a:lnTo>
                <a:cubicBezTo>
                  <a:pt x="4140679" y="2965583"/>
                  <a:pt x="4011791" y="3094471"/>
                  <a:pt x="3852800" y="3094471"/>
                </a:cubicBezTo>
                <a:lnTo>
                  <a:pt x="287879" y="3094471"/>
                </a:lnTo>
                <a:cubicBezTo>
                  <a:pt x="128888" y="3094471"/>
                  <a:pt x="0" y="2965583"/>
                  <a:pt x="0" y="2806592"/>
                </a:cubicBezTo>
                <a:lnTo>
                  <a:pt x="0" y="287879"/>
                </a:lnTo>
                <a:cubicBezTo>
                  <a:pt x="0" y="128888"/>
                  <a:pt x="128888" y="0"/>
                  <a:pt x="28787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67400" y="1277917"/>
            <a:ext cx="4953000" cy="42084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2A89B-6654-46B7-8BAD-422EA50F4994}" type="datetime1">
              <a:rPr lang="en-US" smtClean="0"/>
              <a:t>2/14/2026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430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3172641" cy="3145019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95997E6-BE07-E83F-D207-0CADA004E02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000500" y="265332"/>
            <a:ext cx="7924800" cy="3095837"/>
          </a:xfrm>
          <a:custGeom>
            <a:avLst/>
            <a:gdLst>
              <a:gd name="connsiteX0" fmla="*/ 282309 w 8229600"/>
              <a:gd name="connsiteY0" fmla="*/ 0 h 3095837"/>
              <a:gd name="connsiteX1" fmla="*/ 7947291 w 8229600"/>
              <a:gd name="connsiteY1" fmla="*/ 0 h 3095837"/>
              <a:gd name="connsiteX2" fmla="*/ 8229600 w 8229600"/>
              <a:gd name="connsiteY2" fmla="*/ 282309 h 3095837"/>
              <a:gd name="connsiteX3" fmla="*/ 8229600 w 8229600"/>
              <a:gd name="connsiteY3" fmla="*/ 2813528 h 3095837"/>
              <a:gd name="connsiteX4" fmla="*/ 7947291 w 8229600"/>
              <a:gd name="connsiteY4" fmla="*/ 3095837 h 3095837"/>
              <a:gd name="connsiteX5" fmla="*/ 282309 w 8229600"/>
              <a:gd name="connsiteY5" fmla="*/ 3095837 h 3095837"/>
              <a:gd name="connsiteX6" fmla="*/ 0 w 8229600"/>
              <a:gd name="connsiteY6" fmla="*/ 2813528 h 3095837"/>
              <a:gd name="connsiteX7" fmla="*/ 0 w 8229600"/>
              <a:gd name="connsiteY7" fmla="*/ 282309 h 3095837"/>
              <a:gd name="connsiteX8" fmla="*/ 282309 w 8229600"/>
              <a:gd name="connsiteY8" fmla="*/ 0 h 3095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9600" h="3095837">
                <a:moveTo>
                  <a:pt x="282309" y="0"/>
                </a:moveTo>
                <a:lnTo>
                  <a:pt x="7947291" y="0"/>
                </a:lnTo>
                <a:cubicBezTo>
                  <a:pt x="8103206" y="0"/>
                  <a:pt x="8229600" y="126394"/>
                  <a:pt x="8229600" y="282309"/>
                </a:cubicBezTo>
                <a:lnTo>
                  <a:pt x="8229600" y="2813528"/>
                </a:lnTo>
                <a:cubicBezTo>
                  <a:pt x="8229600" y="2969443"/>
                  <a:pt x="8103206" y="3095837"/>
                  <a:pt x="7947291" y="3095837"/>
                </a:cubicBezTo>
                <a:lnTo>
                  <a:pt x="282309" y="3095837"/>
                </a:lnTo>
                <a:cubicBezTo>
                  <a:pt x="126394" y="3095837"/>
                  <a:pt x="0" y="2969443"/>
                  <a:pt x="0" y="2813528"/>
                </a:cubicBezTo>
                <a:lnTo>
                  <a:pt x="0" y="282309"/>
                </a:lnTo>
                <a:cubicBezTo>
                  <a:pt x="0" y="126394"/>
                  <a:pt x="126394" y="0"/>
                  <a:pt x="28230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14565" y="3543597"/>
            <a:ext cx="8010734" cy="2843531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0CB68-2046-4562-B6CE-CDFAB3DC51F3}" type="datetime1">
              <a:rPr lang="en-US" smtClean="0"/>
              <a:t>2/14/2026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86319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1" y="5158596"/>
            <a:ext cx="4207160" cy="121632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3EBFFFF-5D16-BE62-1AAA-3F8F77B6C10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1305" y="265176"/>
            <a:ext cx="4118735" cy="4577087"/>
          </a:xfrm>
          <a:custGeom>
            <a:avLst/>
            <a:gdLst>
              <a:gd name="connsiteX0" fmla="*/ 302192 w 4118735"/>
              <a:gd name="connsiteY0" fmla="*/ 0 h 4577087"/>
              <a:gd name="connsiteX1" fmla="*/ 3816543 w 4118735"/>
              <a:gd name="connsiteY1" fmla="*/ 0 h 4577087"/>
              <a:gd name="connsiteX2" fmla="*/ 4118735 w 4118735"/>
              <a:gd name="connsiteY2" fmla="*/ 302192 h 4577087"/>
              <a:gd name="connsiteX3" fmla="*/ 4118735 w 4118735"/>
              <a:gd name="connsiteY3" fmla="*/ 4274895 h 4577087"/>
              <a:gd name="connsiteX4" fmla="*/ 3816543 w 4118735"/>
              <a:gd name="connsiteY4" fmla="*/ 4577087 h 4577087"/>
              <a:gd name="connsiteX5" fmla="*/ 302192 w 4118735"/>
              <a:gd name="connsiteY5" fmla="*/ 4577087 h 4577087"/>
              <a:gd name="connsiteX6" fmla="*/ 0 w 4118735"/>
              <a:gd name="connsiteY6" fmla="*/ 4274895 h 4577087"/>
              <a:gd name="connsiteX7" fmla="*/ 0 w 4118735"/>
              <a:gd name="connsiteY7" fmla="*/ 302192 h 4577087"/>
              <a:gd name="connsiteX8" fmla="*/ 302192 w 4118735"/>
              <a:gd name="connsiteY8" fmla="*/ 0 h 4577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18735" h="4577087">
                <a:moveTo>
                  <a:pt x="302192" y="0"/>
                </a:moveTo>
                <a:lnTo>
                  <a:pt x="3816543" y="0"/>
                </a:lnTo>
                <a:cubicBezTo>
                  <a:pt x="3983439" y="0"/>
                  <a:pt x="4118735" y="135296"/>
                  <a:pt x="4118735" y="302192"/>
                </a:cubicBezTo>
                <a:lnTo>
                  <a:pt x="4118735" y="4274895"/>
                </a:lnTo>
                <a:cubicBezTo>
                  <a:pt x="4118735" y="4441791"/>
                  <a:pt x="3983439" y="4577087"/>
                  <a:pt x="3816543" y="4577087"/>
                </a:cubicBezTo>
                <a:lnTo>
                  <a:pt x="302192" y="4577087"/>
                </a:lnTo>
                <a:cubicBezTo>
                  <a:pt x="135296" y="4577087"/>
                  <a:pt x="0" y="4441791"/>
                  <a:pt x="0" y="4274895"/>
                </a:cubicBezTo>
                <a:lnTo>
                  <a:pt x="0" y="302192"/>
                </a:lnTo>
                <a:cubicBezTo>
                  <a:pt x="0" y="135296"/>
                  <a:pt x="135296" y="0"/>
                  <a:pt x="302192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14900" y="296685"/>
            <a:ext cx="6720870" cy="60759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A882899-F271-47EA-805D-B8A33B6837B1}" type="datetime1">
              <a:rPr lang="en-US" smtClean="0"/>
              <a:t>2/14/2026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755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E5778B4-3E3F-C3EF-5322-2ECFF646D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31821" y="760151"/>
            <a:ext cx="9728359" cy="4233673"/>
          </a:xfrm>
          <a:prstGeom prst="roundRect">
            <a:avLst>
              <a:gd name="adj" fmla="val 7502"/>
            </a:avLst>
          </a:pr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6276" y="5255159"/>
            <a:ext cx="9299448" cy="1025326"/>
          </a:xfrm>
        </p:spPr>
        <p:txBody>
          <a:bodyPr anchor="ctr">
            <a:normAutofit/>
          </a:bodyPr>
          <a:lstStyle>
            <a:lvl1pPr algn="ctr">
              <a:lnSpc>
                <a:spcPct val="90000"/>
              </a:lnSpc>
              <a:defRPr sz="2400" spc="-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46276" y="1293091"/>
            <a:ext cx="9299448" cy="3943921"/>
          </a:xfrm>
        </p:spPr>
        <p:txBody>
          <a:bodyPr anchor="ctr">
            <a:normAutofit/>
          </a:bodyPr>
          <a:lstStyle>
            <a:lvl1pPr marL="0" indent="0" algn="ctr">
              <a:lnSpc>
                <a:spcPct val="80000"/>
              </a:lnSpc>
              <a:buNone/>
              <a:defRPr sz="26000" spc="-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BB35E-97D9-4AD8-9F03-F1A28F5EDD3F}" type="datetime1">
              <a:rPr lang="en-US" smtClean="0"/>
              <a:t>2/14/2026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41095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E5778B4-3E3F-C3EF-5322-2ECFF646D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0201" y="606392"/>
            <a:ext cx="10946701" cy="4619890"/>
          </a:xfrm>
          <a:prstGeom prst="roundRect">
            <a:avLst>
              <a:gd name="adj" fmla="val 6476"/>
            </a:avLst>
          </a:prstGeom>
          <a:solidFill>
            <a:schemeClr val="accent1">
              <a:lumMod val="60000"/>
              <a:lumOff val="40000"/>
              <a:alpha val="50000"/>
            </a:schemeClr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6276" y="5226282"/>
            <a:ext cx="9299448" cy="1025326"/>
          </a:xfrm>
        </p:spPr>
        <p:txBody>
          <a:bodyPr anchor="ctr">
            <a:normAutofit/>
          </a:bodyPr>
          <a:lstStyle>
            <a:lvl1pPr algn="ctr">
              <a:lnSpc>
                <a:spcPct val="90000"/>
              </a:lnSpc>
              <a:defRPr sz="2400" spc="-5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46276" y="1293092"/>
            <a:ext cx="9299448" cy="3700734"/>
          </a:xfrm>
        </p:spPr>
        <p:txBody>
          <a:bodyPr anchor="ctr">
            <a:normAutofit/>
          </a:bodyPr>
          <a:lstStyle>
            <a:lvl1pPr marL="0" indent="0" algn="ctr">
              <a:lnSpc>
                <a:spcPct val="80000"/>
              </a:lnSpc>
              <a:buNone/>
              <a:defRPr sz="26000" spc="-1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5950FD3-961F-4360-ADC7-0E23C6F50835}" type="datetime1">
              <a:rPr lang="en-US" smtClean="0"/>
              <a:t>2/14/2026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1522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526C722-3701-B2F2-EF11-4B756E0544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0344" y="4990975"/>
            <a:ext cx="10871313" cy="1239913"/>
          </a:xfrm>
          <a:prstGeom prst="roundRect">
            <a:avLst>
              <a:gd name="adj" fmla="val 22063"/>
            </a:avLst>
          </a:pr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0433" y="5233065"/>
            <a:ext cx="10111135" cy="777037"/>
          </a:xfrm>
        </p:spPr>
        <p:txBody>
          <a:bodyPr anchor="ctr">
            <a:normAutofit/>
          </a:bodyPr>
          <a:lstStyle>
            <a:lvl1pPr algn="ctr">
              <a:lnSpc>
                <a:spcPct val="90000"/>
              </a:lnSpc>
              <a:defRPr sz="2000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89002" y="1026160"/>
            <a:ext cx="10813996" cy="3963714"/>
          </a:xfrm>
        </p:spPr>
        <p:txBody>
          <a:bodyPr anchor="ctr">
            <a:normAutofit/>
          </a:bodyPr>
          <a:lstStyle>
            <a:lvl1pPr marL="0" indent="0" algn="ctr">
              <a:lnSpc>
                <a:spcPct val="80000"/>
              </a:lnSpc>
              <a:buNone/>
              <a:defRPr sz="31200" spc="-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8C6D7-91AB-4E5C-91FE-81F7E83AF2F7}" type="datetime1">
              <a:rPr lang="en-US" smtClean="0"/>
              <a:t>2/14/2026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00647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4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E8549AC-D930-32F5-F4D6-1BE34C722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90501" y="4989874"/>
            <a:ext cx="9010999" cy="1239913"/>
          </a:xfrm>
          <a:prstGeom prst="roundRect">
            <a:avLst>
              <a:gd name="adj" fmla="val 24326"/>
            </a:avLst>
          </a:prstGeom>
          <a:solidFill>
            <a:schemeClr val="accent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2064" y="5147215"/>
            <a:ext cx="8227873" cy="912763"/>
          </a:xfr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2300" spc="-5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89002" y="1026160"/>
            <a:ext cx="10813996" cy="3963714"/>
          </a:xfrm>
        </p:spPr>
        <p:txBody>
          <a:bodyPr anchor="ctr">
            <a:normAutofit/>
          </a:bodyPr>
          <a:lstStyle>
            <a:lvl1pPr marL="0" indent="0" algn="ctr">
              <a:lnSpc>
                <a:spcPct val="80000"/>
              </a:lnSpc>
              <a:buNone/>
              <a:defRPr sz="31200" spc="-1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DFF620F-79DC-465D-A792-79BFC5D42082}" type="datetime1">
              <a:rPr lang="en-US" smtClean="0"/>
              <a:t>2/14/2026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7970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5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884" y="5144654"/>
            <a:ext cx="7280816" cy="124247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US" sz="2800" spc="-50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4720" y="266700"/>
            <a:ext cx="11740580" cy="5349003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sz="33000" spc="-100" baseline="0" dirty="0"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D30CB8E-A3C7-445E-9FD2-AB4831E86419}" type="datetime1">
              <a:rPr lang="en-US" smtClean="0"/>
              <a:t>2/14/2026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7962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2880" y="173736"/>
            <a:ext cx="10475499" cy="4850651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7600" b="0" cap="none" spc="-50" baseline="0"/>
            </a:lvl1pPr>
            <a:lvl2pPr marL="228600" indent="0">
              <a:lnSpc>
                <a:spcPct val="90000"/>
              </a:lnSpc>
              <a:buNone/>
              <a:defRPr sz="6600" b="0" cap="none" spc="-50" baseline="0"/>
            </a:lvl2pPr>
            <a:lvl3pPr marL="457200" indent="0">
              <a:lnSpc>
                <a:spcPct val="90000"/>
              </a:lnSpc>
              <a:buNone/>
              <a:defRPr sz="6000" b="0" cap="none" spc="-50" baseline="0"/>
            </a:lvl3pPr>
            <a:lvl4pPr marL="685800" indent="0">
              <a:lnSpc>
                <a:spcPct val="90000"/>
              </a:lnSpc>
              <a:buNone/>
              <a:defRPr sz="5400" b="0" cap="none" spc="-50" baseline="0"/>
            </a:lvl4pPr>
            <a:lvl5pPr marL="914400" indent="0">
              <a:lnSpc>
                <a:spcPct val="90000"/>
              </a:lnSpc>
              <a:buNone/>
              <a:defRPr sz="4800" b="0" cap="none" spc="-50" baseline="0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FC429-4D23-430E-9EDF-7373AE75BFEE}" type="datetime1">
              <a:rPr lang="en-US" smtClean="0"/>
              <a:t>2/14/2026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30058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78704" y="1638300"/>
            <a:ext cx="10652760" cy="4748828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7600" b="0" spc="-50" baseline="0"/>
            </a:lvl1pPr>
            <a:lvl2pPr marL="228600" indent="0">
              <a:lnSpc>
                <a:spcPct val="85000"/>
              </a:lnSpc>
              <a:buNone/>
              <a:defRPr sz="6000" b="0" spc="-50" baseline="0"/>
            </a:lvl2pPr>
            <a:lvl3pPr marL="457200" indent="0">
              <a:lnSpc>
                <a:spcPct val="85000"/>
              </a:lnSpc>
              <a:buNone/>
              <a:defRPr sz="5400" b="0" spc="-50" baseline="0"/>
            </a:lvl3pPr>
            <a:lvl4pPr marL="685800" indent="0">
              <a:lnSpc>
                <a:spcPct val="85000"/>
              </a:lnSpc>
              <a:buNone/>
              <a:defRPr sz="4800" b="0" spc="-50" baseline="0"/>
            </a:lvl4pPr>
            <a:lvl5pPr marL="914400" indent="0">
              <a:lnSpc>
                <a:spcPct val="85000"/>
              </a:lnSpc>
              <a:buNone/>
              <a:defRPr sz="4400" b="0" spc="-50" baseline="0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6414A-368B-4652-A82D-EB6803F5CA88}" type="datetime1">
              <a:rPr lang="en-US" smtClean="0"/>
              <a:t>2/14/2026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32330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4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78704" y="214840"/>
            <a:ext cx="10062576" cy="5040554"/>
          </a:xfrm>
        </p:spPr>
        <p:txBody>
          <a:bodyPr anchor="t">
            <a:noAutofit/>
          </a:bodyPr>
          <a:lstStyle>
            <a:lvl1pPr marL="0" indent="0">
              <a:lnSpc>
                <a:spcPct val="85000"/>
              </a:lnSpc>
              <a:buNone/>
              <a:defRPr sz="7600" b="0" spc="-50" baseline="0">
                <a:solidFill>
                  <a:schemeClr val="accent1">
                    <a:lumMod val="60000"/>
                    <a:lumOff val="40000"/>
                    <a:alpha val="80000"/>
                  </a:schemeClr>
                </a:solidFill>
              </a:defRPr>
            </a:lvl1pPr>
            <a:lvl2pPr marL="228600" indent="0">
              <a:lnSpc>
                <a:spcPct val="85000"/>
              </a:lnSpc>
              <a:buNone/>
              <a:defRPr sz="7600" b="0" spc="-50" baseline="0">
                <a:solidFill>
                  <a:schemeClr val="accent1">
                    <a:lumMod val="60000"/>
                    <a:lumOff val="40000"/>
                    <a:alpha val="80000"/>
                  </a:schemeClr>
                </a:solidFill>
              </a:defRPr>
            </a:lvl2pPr>
            <a:lvl3pPr marL="457200" indent="0">
              <a:lnSpc>
                <a:spcPct val="85000"/>
              </a:lnSpc>
              <a:buNone/>
              <a:defRPr sz="7600" b="0" spc="-50" baseline="0">
                <a:solidFill>
                  <a:schemeClr val="accent1">
                    <a:lumMod val="60000"/>
                    <a:lumOff val="40000"/>
                    <a:alpha val="80000"/>
                  </a:schemeClr>
                </a:solidFill>
              </a:defRPr>
            </a:lvl3pPr>
            <a:lvl4pPr marL="685800" indent="0">
              <a:lnSpc>
                <a:spcPct val="85000"/>
              </a:lnSpc>
              <a:buNone/>
              <a:defRPr sz="7600" b="0" spc="-50" baseline="0">
                <a:solidFill>
                  <a:schemeClr val="accent1">
                    <a:lumMod val="60000"/>
                    <a:lumOff val="40000"/>
                    <a:alpha val="80000"/>
                  </a:schemeClr>
                </a:solidFill>
              </a:defRPr>
            </a:lvl4pPr>
            <a:lvl5pPr marL="914400" indent="0">
              <a:lnSpc>
                <a:spcPct val="85000"/>
              </a:lnSpc>
              <a:buNone/>
              <a:defRPr sz="7600" b="0" spc="-50" baseline="0">
                <a:solidFill>
                  <a:schemeClr val="accent1">
                    <a:lumMod val="60000"/>
                    <a:lumOff val="40000"/>
                    <a:alpha val="8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68854924-AD04-46C8-8FD0-32E5D79D9633}" type="datetime1">
              <a:rPr lang="en-US" smtClean="0"/>
              <a:t>2/14/2026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51247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5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707BF49-7217-30B5-27A8-C28DF70EA0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14900" y="681175"/>
            <a:ext cx="6594684" cy="5495650"/>
          </a:xfrm>
          <a:prstGeom prst="roundRect">
            <a:avLst>
              <a:gd name="adj" fmla="val 5579"/>
            </a:avLst>
          </a:prstGeom>
          <a:solidFill>
            <a:schemeClr val="accent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34062" y="1048623"/>
            <a:ext cx="6014907" cy="4932728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5400" b="0" spc="-50" baseline="0">
                <a:solidFill>
                  <a:schemeClr val="tx2"/>
                </a:solidFill>
              </a:defRPr>
            </a:lvl1pPr>
            <a:lvl2pPr marL="228600" indent="0">
              <a:lnSpc>
                <a:spcPct val="85000"/>
              </a:lnSpc>
              <a:buNone/>
              <a:defRPr sz="4400" b="0" spc="-50" baseline="0">
                <a:solidFill>
                  <a:schemeClr val="tx2"/>
                </a:solidFill>
              </a:defRPr>
            </a:lvl2pPr>
            <a:lvl3pPr marL="457200" indent="0">
              <a:lnSpc>
                <a:spcPct val="85000"/>
              </a:lnSpc>
              <a:buNone/>
              <a:defRPr sz="3600" b="0" spc="-50" baseline="0">
                <a:solidFill>
                  <a:schemeClr val="tx2"/>
                </a:solidFill>
              </a:defRPr>
            </a:lvl3pPr>
            <a:lvl4pPr marL="685800" indent="0">
              <a:lnSpc>
                <a:spcPct val="85000"/>
              </a:lnSpc>
              <a:buNone/>
              <a:defRPr sz="3200" b="0" spc="-50" baseline="0">
                <a:solidFill>
                  <a:schemeClr val="tx2"/>
                </a:solidFill>
              </a:defRPr>
            </a:lvl4pPr>
            <a:lvl5pPr marL="914400" indent="0">
              <a:lnSpc>
                <a:spcPct val="85000"/>
              </a:lnSpc>
              <a:buNone/>
              <a:defRPr sz="2800" b="0" spc="-50"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45E2037-E423-4692-A686-AD13A31B3254}" type="datetime1">
              <a:rPr lang="en-US" smtClean="0"/>
              <a:t>2/14/2026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8276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88784" y="5029200"/>
            <a:ext cx="9198864" cy="713232"/>
          </a:xfrm>
        </p:spPr>
        <p:txBody>
          <a:bodyPr anchor="t">
            <a:normAutofit/>
          </a:bodyPr>
          <a:lstStyle>
            <a:lvl1pPr>
              <a:lnSpc>
                <a:spcPct val="90000"/>
              </a:lnSpc>
              <a:defRPr sz="2000" b="1" spc="-5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88784" y="1115568"/>
            <a:ext cx="9198864" cy="3584448"/>
          </a:xfrm>
        </p:spPr>
        <p:txBody>
          <a:bodyPr anchor="ctr">
            <a:normAutofit/>
          </a:bodyPr>
          <a:lstStyle>
            <a:lvl1pPr marL="137160" indent="-13716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5E6B9-2D9C-4660-92C5-78965463CC8F}" type="datetime1">
              <a:rPr lang="en-US" smtClean="0"/>
              <a:t>2/14/2026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97983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2FD12FA-BFA3-C887-EBC1-ED898186CB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0201" y="620202"/>
            <a:ext cx="10946701" cy="5617596"/>
          </a:xfrm>
          <a:prstGeom prst="roundRect">
            <a:avLst>
              <a:gd name="adj" fmla="val 5503"/>
            </a:avLst>
          </a:pr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19571" y="4874218"/>
            <a:ext cx="8753896" cy="666427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600" b="0" cap="all" spc="10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19571" y="1410343"/>
            <a:ext cx="8753895" cy="3301141"/>
          </a:xfrm>
        </p:spPr>
        <p:txBody>
          <a:bodyPr anchor="t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2639A-C38B-4DC4-A89D-3A41E7A79ECD}" type="datetime1">
              <a:rPr lang="en-US" smtClean="0"/>
              <a:t>2/14/2026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6547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A62FBA2-0B46-6A28-875D-1D493CFAC7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14900" y="681175"/>
            <a:ext cx="6594684" cy="5495650"/>
          </a:xfrm>
          <a:prstGeom prst="roundRect">
            <a:avLst>
              <a:gd name="adj" fmla="val 5579"/>
            </a:avLst>
          </a:prstGeom>
          <a:solidFill>
            <a:schemeClr val="bg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27126" y="5053386"/>
            <a:ext cx="5337341" cy="829328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600" b="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74790" y="1078029"/>
            <a:ext cx="5337340" cy="3603028"/>
          </a:xfrm>
        </p:spPr>
        <p:txBody>
          <a:bodyPr anchor="t">
            <a:normAutofit/>
          </a:bodyPr>
          <a:lstStyle>
            <a:lvl1pPr marL="164592" indent="-164592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  <a:defRPr sz="4300" spc="-50" baseline="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B1CF8-32E9-4DB7-83A6-BE10A0AD5321}" type="datetime1">
              <a:rPr lang="en-US" smtClean="0"/>
              <a:t>2/14/2026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6675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09F9171-FD47-8BB5-3DF9-885F03500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80801" y="1175284"/>
            <a:ext cx="8430399" cy="4507431"/>
          </a:xfrm>
          <a:prstGeom prst="roundRect">
            <a:avLst>
              <a:gd name="adj" fmla="val 10241"/>
            </a:avLst>
          </a:prstGeom>
          <a:solidFill>
            <a:schemeClr val="accent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06436" y="4727007"/>
            <a:ext cx="7179129" cy="693019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1400" b="0" cap="all" spc="100" baseline="0">
                <a:solidFill>
                  <a:srgbClr val="F0EDE6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506436" y="1638300"/>
            <a:ext cx="7179129" cy="2972201"/>
          </a:xfrm>
        </p:spPr>
        <p:txBody>
          <a:bodyPr anchor="ctr">
            <a:normAutofit/>
          </a:bodyPr>
          <a:lstStyle>
            <a:lvl1pPr marL="137160" indent="-137160" algn="ctr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4000" spc="-50" baseline="0">
                <a:solidFill>
                  <a:srgbClr val="F0EDE6"/>
                </a:solidFill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4283D50-03BE-4B63-B394-3AFFE93B94AD}" type="datetime1">
              <a:rPr lang="en-US" smtClean="0"/>
              <a:t>2/14/2026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2885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5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F509A19-2BCA-5719-B875-5ED135FBF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71600" y="1088757"/>
            <a:ext cx="9484963" cy="4680487"/>
          </a:xfrm>
          <a:prstGeom prst="roundRect">
            <a:avLst>
              <a:gd name="adj" fmla="val 6755"/>
            </a:avLst>
          </a:prstGeom>
          <a:solidFill>
            <a:schemeClr val="accent1">
              <a:lumMod val="60000"/>
              <a:lumOff val="40000"/>
              <a:alpha val="50000"/>
            </a:schemeClr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46022" y="4652721"/>
            <a:ext cx="8105614" cy="666427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600" b="0" cap="all" spc="10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36398" y="1638300"/>
            <a:ext cx="8105614" cy="2898186"/>
          </a:xfrm>
        </p:spPr>
        <p:txBody>
          <a:bodyPr anchor="t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7DA69C6-AB86-4555-AFCA-374D463A1405}" type="datetime1">
              <a:rPr lang="en-US" smtClean="0"/>
              <a:t>2/14/2026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905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1326704" cy="10415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7BFCD9-16A4-5745-7BB3-7836095FF1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2880" y="1645920"/>
            <a:ext cx="5416759" cy="47259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30EDC57-7D17-D4C8-5C60-A44A480EA9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48400" y="1645920"/>
            <a:ext cx="5261184" cy="47259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B9CE9-04E1-4A30-9610-62B3B25B32C1}" type="datetime1">
              <a:rPr lang="en-US" smtClean="0"/>
              <a:t>2/14/2026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17794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186" y="219456"/>
            <a:ext cx="11274552" cy="7898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1185" y="1009307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B5BB1DC-4DAA-D220-25A9-5752C158FD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1631" y="1649451"/>
            <a:ext cx="5211762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45352" y="1009307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AB67A04-5E8D-18C5-D47A-A5B5CFE568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45352" y="1649451"/>
            <a:ext cx="521335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7DEDC-8F58-44F8-A177-8A00C8A4C6DB}" type="datetime1">
              <a:rPr lang="en-US" smtClean="0"/>
              <a:t>2/14/2026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8313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95DE8-BB4A-408C-A60C-374B496D02BA}" type="datetime1">
              <a:rPr lang="en-US" smtClean="0"/>
              <a:t>2/14/2026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21150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851F7-84B8-47C4-B767-E94FA9BAA188}" type="datetime1">
              <a:rPr lang="en-US" smtClean="0"/>
              <a:t>2/14/2026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97517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704" y="218113"/>
            <a:ext cx="3363393" cy="2345471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8704" y="2563586"/>
            <a:ext cx="3363393" cy="3708232"/>
          </a:xfrm>
        </p:spPr>
        <p:txBody>
          <a:bodyPr anchor="b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4900" y="218114"/>
            <a:ext cx="6688836" cy="608806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sz="14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82DE2-0335-4BF2-A8F9-5A9E4F82FC09}" type="datetime1">
              <a:rPr lang="en-US" smtClean="0"/>
              <a:t>2/14/2026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800831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3176337" cy="2628249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8705" y="2847706"/>
            <a:ext cx="3180512" cy="3424111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4" y="6387128"/>
            <a:ext cx="2016929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10493" y="6387128"/>
            <a:ext cx="917224" cy="338328"/>
          </a:xfrm>
        </p:spPr>
        <p:txBody>
          <a:bodyPr/>
          <a:lstStyle/>
          <a:p>
            <a:fld id="{842EC803-812E-4F8B-A77B-00A746763209}" type="datetime1">
              <a:rPr lang="en-US" smtClean="0"/>
              <a:t>2/14/2026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27717" y="6387128"/>
            <a:ext cx="457200" cy="338328"/>
          </a:xfrm>
        </p:spPr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ADACA751-BBB2-3E33-EA6C-54B4A7F6842B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3962400" y="266700"/>
            <a:ext cx="7962900" cy="6324600"/>
          </a:xfrm>
          <a:custGeom>
            <a:avLst/>
            <a:gdLst>
              <a:gd name="connsiteX0" fmla="*/ 264355 w 6785782"/>
              <a:gd name="connsiteY0" fmla="*/ 0 h 6172198"/>
              <a:gd name="connsiteX1" fmla="*/ 6521427 w 6785782"/>
              <a:gd name="connsiteY1" fmla="*/ 0 h 6172198"/>
              <a:gd name="connsiteX2" fmla="*/ 6785782 w 6785782"/>
              <a:gd name="connsiteY2" fmla="*/ 264355 h 6172198"/>
              <a:gd name="connsiteX3" fmla="*/ 6785782 w 6785782"/>
              <a:gd name="connsiteY3" fmla="*/ 5907843 h 6172198"/>
              <a:gd name="connsiteX4" fmla="*/ 6521427 w 6785782"/>
              <a:gd name="connsiteY4" fmla="*/ 6172198 h 6172198"/>
              <a:gd name="connsiteX5" fmla="*/ 264355 w 6785782"/>
              <a:gd name="connsiteY5" fmla="*/ 6172198 h 6172198"/>
              <a:gd name="connsiteX6" fmla="*/ 0 w 6785782"/>
              <a:gd name="connsiteY6" fmla="*/ 5907843 h 6172198"/>
              <a:gd name="connsiteX7" fmla="*/ 0 w 6785782"/>
              <a:gd name="connsiteY7" fmla="*/ 264355 h 6172198"/>
              <a:gd name="connsiteX8" fmla="*/ 264355 w 6785782"/>
              <a:gd name="connsiteY8" fmla="*/ 0 h 6172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85782" h="6172198">
                <a:moveTo>
                  <a:pt x="264355" y="0"/>
                </a:moveTo>
                <a:lnTo>
                  <a:pt x="6521427" y="0"/>
                </a:lnTo>
                <a:cubicBezTo>
                  <a:pt x="6667426" y="0"/>
                  <a:pt x="6785782" y="118356"/>
                  <a:pt x="6785782" y="264355"/>
                </a:cubicBezTo>
                <a:lnTo>
                  <a:pt x="6785782" y="5907843"/>
                </a:lnTo>
                <a:cubicBezTo>
                  <a:pt x="6785782" y="6053842"/>
                  <a:pt x="6667426" y="6172198"/>
                  <a:pt x="6521427" y="6172198"/>
                </a:cubicBezTo>
                <a:lnTo>
                  <a:pt x="264355" y="6172198"/>
                </a:lnTo>
                <a:cubicBezTo>
                  <a:pt x="118356" y="6172198"/>
                  <a:pt x="0" y="6053842"/>
                  <a:pt x="0" y="5907843"/>
                </a:cubicBezTo>
                <a:lnTo>
                  <a:pt x="0" y="264355"/>
                </a:lnTo>
                <a:cubicBezTo>
                  <a:pt x="0" y="118356"/>
                  <a:pt x="118356" y="0"/>
                  <a:pt x="26435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04685608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861" y="207228"/>
            <a:ext cx="11001943" cy="1790700"/>
          </a:xfrm>
        </p:spPr>
        <p:txBody>
          <a:bodyPr anchor="t"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22195" y="3264408"/>
            <a:ext cx="10147610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CF504-FC97-4D7A-ADA4-4D7971A47BF8}" type="datetime1">
              <a:rPr lang="en-US" smtClean="0"/>
              <a:t>2/14/2026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6374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5580" y="1089247"/>
            <a:ext cx="6360840" cy="2171716"/>
          </a:xfrm>
        </p:spPr>
        <p:txBody>
          <a:bodyPr anchor="b">
            <a:noAutofit/>
          </a:bodyPr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22864" y="3499880"/>
            <a:ext cx="5543550" cy="1771650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en-US" sz="1600" dirty="0"/>
            </a:lvl1pPr>
            <a:lvl2pPr marL="228600" indent="0" algn="ctr">
              <a:buNone/>
              <a:defRPr lang="en-US" sz="1600" dirty="0"/>
            </a:lvl2pPr>
            <a:lvl3pPr marL="457200" indent="0" algn="ctr">
              <a:buNone/>
              <a:defRPr lang="en-US" sz="1600" dirty="0"/>
            </a:lvl3pPr>
            <a:lvl4pPr marL="685800" indent="0" algn="ctr">
              <a:buNone/>
              <a:defRPr lang="en-US" sz="1600" dirty="0"/>
            </a:lvl4pPr>
            <a:lvl5pPr marL="914400" indent="0" algn="ctr">
              <a:buNone/>
              <a:defRPr lang="en-US" sz="16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DD06E-1834-4525-8B00-CED1355A3638}" type="datetime1">
              <a:rPr lang="en-US" smtClean="0"/>
              <a:t>2/14/2026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4951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400" y="685800"/>
            <a:ext cx="4561665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EEFBBBB-A526-5A93-34B8-A377087586A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20736" y="2286000"/>
            <a:ext cx="4561665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20736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75067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4049900-C118-46F7-B9EF-5F7C1F0005B2}" type="datetime1">
              <a:rPr lang="en-US" smtClean="0"/>
              <a:t>2/14/2026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695550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37719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4200" y="0"/>
            <a:ext cx="7391400" cy="1207008"/>
          </a:xfrm>
        </p:spPr>
        <p:txBody>
          <a:bodyPr lIns="137160" tIns="137160" bIns="91440" anchor="b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8608" y="1367622"/>
            <a:ext cx="7171976" cy="44775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B460515-4779-2CA9-5335-1F4AD158B7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4495800" y="6210300"/>
            <a:ext cx="7010400" cy="213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58608" y="6029868"/>
            <a:ext cx="2024542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3D9CFEE7-1948-428C-8A1B-930C420A85C1}" type="datetime1">
              <a:rPr lang="en-US" smtClean="0"/>
              <a:t>2/14/2026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388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0835640" cy="9692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2880" y="1183206"/>
            <a:ext cx="10835640" cy="50886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8704" y="6387128"/>
            <a:ext cx="2703777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77500" y="6387128"/>
            <a:ext cx="1032084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fld id="{0C9DF407-AAD9-4F9F-B512-267BEB339CF5}" type="datetime1">
              <a:rPr lang="en-US" smtClean="0"/>
              <a:t>2/14/2026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9584" y="6387128"/>
            <a:ext cx="45720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360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7" r:id="rId46"/>
    <p:sldLayoutId id="2147483708" r:id="rId47"/>
    <p:sldLayoutId id="2147483709" r:id="rId48"/>
    <p:sldLayoutId id="2147483710" r:id="rId49"/>
    <p:sldLayoutId id="2147483711" r:id="rId50"/>
    <p:sldLayoutId id="2147483712" r:id="rId51"/>
    <p:sldLayoutId id="2147483713" r:id="rId52"/>
    <p:sldLayoutId id="2147483714" r:id="rId53"/>
    <p:sldLayoutId id="2147483715" r:id="rId54"/>
    <p:sldLayoutId id="2147483716" r:id="rId55"/>
    <p:sldLayoutId id="2147483717" r:id="rId56"/>
    <p:sldLayoutId id="2147483718" r:id="rId57"/>
    <p:sldLayoutId id="2147483719" r:id="rId58"/>
    <p:sldLayoutId id="2147483720" r:id="rId59"/>
    <p:sldLayoutId id="2147483721" r:id="rId60"/>
    <p:sldLayoutId id="2147483722" r:id="rId61"/>
    <p:sldLayoutId id="2147483723" r:id="rId62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50" indent="-28575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715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001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168">
          <p15:clr>
            <a:srgbClr val="F26B43"/>
          </p15:clr>
        </p15:guide>
        <p15:guide id="4" orient="horz" pos="168">
          <p15:clr>
            <a:srgbClr val="F26B43"/>
          </p15:clr>
        </p15:guide>
        <p15:guide id="5" pos="7512">
          <p15:clr>
            <a:srgbClr val="F26B43"/>
          </p15:clr>
        </p15:guide>
        <p15:guide id="6" orient="horz" pos="4152">
          <p15:clr>
            <a:srgbClr val="F26B43"/>
          </p15:clr>
        </p15:guide>
        <p15:guide id="12" pos="4728">
          <p15:clr>
            <a:srgbClr val="F26B43"/>
          </p15:clr>
        </p15:guide>
        <p15:guide id="13" pos="5328">
          <p15:clr>
            <a:srgbClr val="F26B43"/>
          </p15:clr>
        </p15:guide>
        <p15:guide id="26" pos="2952">
          <p15:clr>
            <a:srgbClr val="F26B43"/>
          </p15:clr>
        </p15:guide>
        <p15:guide id="27" pos="3096">
          <p15:clr>
            <a:srgbClr val="F26B43"/>
          </p15:clr>
        </p15:guide>
        <p15:guide id="29" pos="4128">
          <p15:clr>
            <a:srgbClr val="F26B43"/>
          </p15:clr>
        </p15:guide>
        <p15:guide id="30" pos="1392">
          <p15:clr>
            <a:srgbClr val="F26B43"/>
          </p15:clr>
        </p15:guide>
        <p15:guide id="3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tethoscope and graph papers">
            <a:extLst>
              <a:ext uri="{FF2B5EF4-FFF2-40B4-BE49-F238E27FC236}">
                <a16:creationId xmlns:a16="http://schemas.microsoft.com/office/drawing/2014/main" id="{9742DED6-D6DE-16D4-CE5E-A517E6F6B7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6897"/>
            <a:ext cx="6757079" cy="67442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B10035-E13D-4ADD-95B7-E5BA7A20A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4200" y="381000"/>
            <a:ext cx="4541520" cy="1438174"/>
          </a:xfrm>
        </p:spPr>
        <p:txBody>
          <a:bodyPr anchor="t">
            <a:normAutofit fontScale="90000"/>
          </a:bodyPr>
          <a:lstStyle/>
          <a:p>
            <a:r>
              <a:rPr lang="en-US" dirty="0"/>
              <a:t>Healthcare Income &amp; Spending Chart Analytics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E62D5B-847A-4065-F641-F82A935243BA}"/>
              </a:ext>
            </a:extLst>
          </p:cNvPr>
          <p:cNvSpPr txBox="1"/>
          <p:nvPr/>
        </p:nvSpPr>
        <p:spPr>
          <a:xfrm>
            <a:off x="7620000" y="6019800"/>
            <a:ext cx="403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 Charles Orji</a:t>
            </a:r>
          </a:p>
        </p:txBody>
      </p:sp>
    </p:spTree>
    <p:extLst>
      <p:ext uri="{BB962C8B-B14F-4D97-AF65-F5344CB8AC3E}">
        <p14:creationId xmlns:p14="http://schemas.microsoft.com/office/powerpoint/2010/main" val="656947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844CE-75D9-0495-68F1-520FB827A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US" dirty="0"/>
              <a:t>Executive Summary</a:t>
            </a:r>
          </a:p>
        </p:txBody>
      </p:sp>
    </p:spTree>
    <p:extLst>
      <p:ext uri="{BB962C8B-B14F-4D97-AF65-F5344CB8AC3E}">
        <p14:creationId xmlns:p14="http://schemas.microsoft.com/office/powerpoint/2010/main" val="37807448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3345D-3FD0-F4EC-5C69-F1B2BBD73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704" y="218113"/>
            <a:ext cx="3363393" cy="234547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0" kern="1200" spc="-100" baseline="0" dirty="0">
                <a:latin typeface="+mj-lt"/>
                <a:ea typeface="+mj-ea"/>
                <a:cs typeface="+mj-cs"/>
              </a:rPr>
              <a:t>Overview of Healthcare Income and Spending Chart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ADD04E-0FEC-46AE-AC3B-AF3CA1DE1B17}"/>
              </a:ext>
            </a:extLst>
          </p:cNvPr>
          <p:cNvSpPr txBox="1"/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178704" y="2563586"/>
            <a:ext cx="3363393" cy="3708232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spcBef>
                <a:spcPts val="2500"/>
              </a:spcBef>
              <a:spcAft>
                <a:spcPts val="600"/>
              </a:spcAft>
              <a:buNone/>
            </a:pPr>
            <a:r>
              <a:rPr lang="en-US" sz="1200" b="1"/>
              <a:t>Income Variation by Age</a:t>
            </a:r>
          </a:p>
          <a:p>
            <a:pPr marL="0" lvl="1" indent="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1200"/>
              <a:t>Income peaks around age 50, with younger adults showing gradually increasing earnings influencing healthcare affordability.</a:t>
            </a:r>
          </a:p>
          <a:p>
            <a:pPr marL="0" indent="0">
              <a:lnSpc>
                <a:spcPct val="90000"/>
              </a:lnSpc>
              <a:spcBef>
                <a:spcPts val="2500"/>
              </a:spcBef>
              <a:spcAft>
                <a:spcPts val="600"/>
              </a:spcAft>
              <a:buNone/>
            </a:pPr>
            <a:r>
              <a:rPr lang="en-US" sz="1200" b="1"/>
              <a:t>Gender Differences in Spending</a:t>
            </a:r>
          </a:p>
          <a:p>
            <a:pPr marL="0" lvl="1" indent="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1200"/>
              <a:t>Spending behavior varies by gender, especially in healthcare, education, and utilities, reflecting distinct consumer demand areas.</a:t>
            </a:r>
          </a:p>
          <a:p>
            <a:pPr marL="0" indent="0">
              <a:lnSpc>
                <a:spcPct val="90000"/>
              </a:lnSpc>
              <a:spcBef>
                <a:spcPts val="2500"/>
              </a:spcBef>
              <a:spcAft>
                <a:spcPts val="600"/>
              </a:spcAft>
              <a:buNone/>
            </a:pPr>
            <a:r>
              <a:rPr lang="en-US" sz="1200" b="1"/>
              <a:t>Data-Driven Market Insights</a:t>
            </a:r>
          </a:p>
          <a:p>
            <a:pPr marL="0" lvl="1" indent="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1200"/>
              <a:t>Analysis emphasizes data-driven decisions for product positioning, pricing, and tailored messaging targeting key demographics.</a:t>
            </a:r>
          </a:p>
        </p:txBody>
      </p:sp>
      <p:pic>
        <p:nvPicPr>
          <p:cNvPr id="4" name="Content Placeholder 3" descr="People Posing at Park at Summer Holiday">
            <a:extLst>
              <a:ext uri="{FF2B5EF4-FFF2-40B4-BE49-F238E27FC236}">
                <a16:creationId xmlns:a16="http://schemas.microsoft.com/office/drawing/2014/main" id="{68425587-EA5A-4C80-8B85-06C4835FCE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2169" r="24495" b="1"/>
          <a:stretch>
            <a:fillRect/>
          </a:stretch>
        </p:blipFill>
        <p:spPr>
          <a:xfrm>
            <a:off x="4914900" y="218114"/>
            <a:ext cx="6688836" cy="6088068"/>
          </a:xfrm>
        </p:spPr>
      </p:pic>
    </p:spTree>
    <p:extLst>
      <p:ext uri="{BB962C8B-B14F-4D97-AF65-F5344CB8AC3E}">
        <p14:creationId xmlns:p14="http://schemas.microsoft.com/office/powerpoint/2010/main" val="243797879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38703-E5A1-D31C-240C-EEA8DAB3F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US"/>
              <a:t>Demographic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E30D12-EFC9-B844-9C4B-AF4FF06B852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17827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717EE-0D06-07EC-FE24-AA588BAF1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79" y="219457"/>
            <a:ext cx="6370321" cy="100887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0" kern="1200" spc="-100" baseline="0" dirty="0">
                <a:latin typeface="+mj-lt"/>
                <a:ea typeface="+mj-ea"/>
                <a:cs typeface="+mj-cs"/>
              </a:rPr>
              <a:t>Participant Demographics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087AEA-1100-4809-9281-E27296B14841}"/>
              </a:ext>
            </a:extLst>
          </p:cNvPr>
          <p:cNvSpPr txBox="1"/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182880" y="1228329"/>
            <a:ext cx="6370320" cy="504349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400" b="1" dirty="0"/>
              <a:t>Age Range Representation</a:t>
            </a:r>
          </a:p>
          <a:p>
            <a:pPr marL="0" lvl="1" indent="0"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400" dirty="0"/>
              <a:t>Survey respondents span ages 20 to 60, covering early, mid, and late career adults for comprehensive insights.</a:t>
            </a:r>
          </a:p>
          <a:p>
            <a:pPr marL="0" indent="0">
              <a:spcBef>
                <a:spcPts val="25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400" b="1" dirty="0"/>
              <a:t>Balanced Gender Distribution</a:t>
            </a:r>
          </a:p>
          <a:p>
            <a:pPr marL="0" lvl="1" indent="0"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400" dirty="0"/>
              <a:t>Equal gender representation enables precise comparative analysis of spending patterns between males and females.</a:t>
            </a:r>
          </a:p>
          <a:p>
            <a:pPr marL="0" indent="0">
              <a:spcBef>
                <a:spcPts val="25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400" b="1" dirty="0"/>
              <a:t>Spending Priorities by Age</a:t>
            </a:r>
          </a:p>
          <a:p>
            <a:pPr marL="0" lvl="1" indent="0"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400" dirty="0"/>
              <a:t>Younger adults spend more on education and lifestyle, while older adults prioritize healthcare expenses.</a:t>
            </a:r>
          </a:p>
          <a:p>
            <a:pPr marL="0" indent="0">
              <a:spcBef>
                <a:spcPts val="25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400" b="1" dirty="0"/>
              <a:t>Targeted Healthcare Strategies</a:t>
            </a:r>
          </a:p>
          <a:p>
            <a:pPr marL="0" lvl="1" indent="0"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400" dirty="0"/>
              <a:t>Demographic insights guide tailored healthcare marketing, product design, and service delivery for each group.</a:t>
            </a:r>
          </a:p>
        </p:txBody>
      </p:sp>
      <p:pic>
        <p:nvPicPr>
          <p:cNvPr id="4" name="Content Placeholder 3" descr="Full length group portrait of confident multi-ethnic business people standing together over white background.">
            <a:extLst>
              <a:ext uri="{FF2B5EF4-FFF2-40B4-BE49-F238E27FC236}">
                <a16:creationId xmlns:a16="http://schemas.microsoft.com/office/drawing/2014/main" id="{A116EBBB-C190-485A-B4FB-C55D72164D0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22146" r="25094" b="-2"/>
          <a:stretch>
            <a:fillRect/>
          </a:stretch>
        </p:blipFill>
        <p:spPr>
          <a:xfrm>
            <a:off x="7505700" y="266700"/>
            <a:ext cx="4419600" cy="6324600"/>
          </a:xfrm>
        </p:spPr>
      </p:pic>
    </p:spTree>
    <p:extLst>
      <p:ext uri="{BB962C8B-B14F-4D97-AF65-F5344CB8AC3E}">
        <p14:creationId xmlns:p14="http://schemas.microsoft.com/office/powerpoint/2010/main" val="14225025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FADDF-5C51-51E7-513F-E555E3F03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US"/>
              <a:t>Income Insights</a:t>
            </a:r>
          </a:p>
        </p:txBody>
      </p:sp>
    </p:spTree>
    <p:extLst>
      <p:ext uri="{BB962C8B-B14F-4D97-AF65-F5344CB8AC3E}">
        <p14:creationId xmlns:p14="http://schemas.microsoft.com/office/powerpoint/2010/main" val="25197931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DD7EE-A69B-DD3F-11A5-551C209AA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3172641" cy="3145019"/>
          </a:xfrm>
        </p:spPr>
        <p:txBody>
          <a:bodyPr anchor="t">
            <a:normAutofit/>
          </a:bodyPr>
          <a:lstStyle/>
          <a:p>
            <a:r>
              <a:rPr lang="en-US"/>
              <a:t>Age‑Based Income Distribution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34C52B4-2A89-F173-3349-93963C395348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0280" y="1066800"/>
            <a:ext cx="8499990" cy="5257800"/>
          </a:xfrm>
        </p:spPr>
      </p:pic>
    </p:spTree>
    <p:extLst>
      <p:ext uri="{BB962C8B-B14F-4D97-AF65-F5344CB8AC3E}">
        <p14:creationId xmlns:p14="http://schemas.microsoft.com/office/powerpoint/2010/main" val="688224348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C3D860-2668-DD3F-8A2D-D69428C3C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264B3-C6BE-71AB-2F4E-4D30FD4D4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3172641" cy="3145019"/>
          </a:xfrm>
        </p:spPr>
        <p:txBody>
          <a:bodyPr anchor="t">
            <a:normAutofit/>
          </a:bodyPr>
          <a:lstStyle/>
          <a:p>
            <a:r>
              <a:rPr lang="en-US"/>
              <a:t>Age‑Based Income Distribution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FAA832A-736A-DFDC-C17E-F079B2935F38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2936392686"/>
              </p:ext>
            </p:extLst>
          </p:nvPr>
        </p:nvGraphicFramePr>
        <p:xfrm>
          <a:off x="3538380" y="1219201"/>
          <a:ext cx="8196420" cy="5167933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3484260">
                  <a:extLst>
                    <a:ext uri="{9D8B030D-6E8A-4147-A177-3AD203B41FA5}">
                      <a16:colId xmlns:a16="http://schemas.microsoft.com/office/drawing/2014/main" val="2610804890"/>
                    </a:ext>
                  </a:extLst>
                </a:gridCol>
                <a:gridCol w="4712160">
                  <a:extLst>
                    <a:ext uri="{9D8B030D-6E8A-4147-A177-3AD203B41FA5}">
                      <a16:colId xmlns:a16="http://schemas.microsoft.com/office/drawing/2014/main" val="1717545803"/>
                    </a:ext>
                  </a:extLst>
                </a:gridCol>
              </a:tblGrid>
              <a:tr h="11065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b="1" cap="all" spc="150" dirty="0">
                          <a:solidFill>
                            <a:schemeClr val="tx1"/>
                          </a:solidFill>
                        </a:rPr>
                        <a:t>Age Group</a:t>
                      </a:r>
                    </a:p>
                  </a:txBody>
                  <a:tcPr marL="150540" marR="150540" marT="150540" marB="15054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b="1" cap="all" spc="150" dirty="0">
                          <a:solidFill>
                            <a:schemeClr val="tx1"/>
                          </a:solidFill>
                        </a:rPr>
                        <a:t>Average Income</a:t>
                      </a:r>
                    </a:p>
                  </a:txBody>
                  <a:tcPr marL="150540" marR="150540" marT="150540" marB="15054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5019208"/>
                  </a:ext>
                </a:extLst>
              </a:tr>
              <a:tr h="10153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cap="none" spc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 marL="150540" marR="150540" marT="150540" marB="15054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cap="none" spc="0">
                          <a:solidFill>
                            <a:schemeClr val="tx1"/>
                          </a:solidFill>
                        </a:rPr>
                        <a:t>4500</a:t>
                      </a:r>
                    </a:p>
                  </a:txBody>
                  <a:tcPr marL="150540" marR="150540" marT="150540" marB="15054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2890051"/>
                  </a:ext>
                </a:extLst>
              </a:tr>
              <a:tr h="10153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cap="none" spc="0">
                          <a:solidFill>
                            <a:schemeClr val="tx1"/>
                          </a:solidFill>
                        </a:rPr>
                        <a:t>28</a:t>
                      </a:r>
                    </a:p>
                  </a:txBody>
                  <a:tcPr marL="150540" marR="150540" marT="150540" marB="15054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cap="none" spc="0">
                          <a:solidFill>
                            <a:schemeClr val="tx1"/>
                          </a:solidFill>
                        </a:rPr>
                        <a:t>8000</a:t>
                      </a:r>
                    </a:p>
                  </a:txBody>
                  <a:tcPr marL="150540" marR="150540" marT="150540" marB="15054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5254879"/>
                  </a:ext>
                </a:extLst>
              </a:tr>
              <a:tr h="10153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cap="none" spc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 marL="150540" marR="150540" marT="150540" marB="15054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cap="none" spc="0">
                          <a:solidFill>
                            <a:schemeClr val="tx1"/>
                          </a:solidFill>
                        </a:rPr>
                        <a:t>7500</a:t>
                      </a:r>
                    </a:p>
                  </a:txBody>
                  <a:tcPr marL="150540" marR="150540" marT="150540" marB="15054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6522209"/>
                  </a:ext>
                </a:extLst>
              </a:tr>
              <a:tr h="10153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cap="none" spc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 marL="150540" marR="150540" marT="150540" marB="15054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cap="none" spc="0" dirty="0">
                          <a:solidFill>
                            <a:schemeClr val="tx1"/>
                          </a:solidFill>
                        </a:rPr>
                        <a:t>10500</a:t>
                      </a:r>
                    </a:p>
                  </a:txBody>
                  <a:tcPr marL="150540" marR="150540" marT="150540" marB="15054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51375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4202475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 descr="PD Graph and coronavirus molecule. Economy recession concept.">
            <a:extLst>
              <a:ext uri="{FF2B5EF4-FFF2-40B4-BE49-F238E27FC236}">
                <a16:creationId xmlns:a16="http://schemas.microsoft.com/office/drawing/2014/main" id="{AA71A949-4C72-4F47-B443-4DBE3D16EFD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6510" r="11094"/>
          <a:stretch>
            <a:fillRect/>
          </a:stretch>
        </p:blipFill>
        <p:spPr>
          <a:xfrm>
            <a:off x="20" y="10"/>
            <a:ext cx="3771880" cy="685799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CC56CF2-8154-0306-043F-492AEA512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4200" y="0"/>
            <a:ext cx="7391400" cy="1207008"/>
          </a:xfrm>
        </p:spPr>
        <p:txBody>
          <a:bodyPr anchor="b">
            <a:normAutofit/>
          </a:bodyPr>
          <a:lstStyle/>
          <a:p>
            <a:r>
              <a:rPr lang="en-US"/>
              <a:t>Income Distribution Insights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C560F6-2636-D10C-AE85-8B7039951433}"/>
              </a:ext>
            </a:extLst>
          </p:cNvPr>
          <p:cNvSpPr>
            <a:spLocks noGrp="1"/>
          </p:cNvSpPr>
          <p:nvPr>
            <p:ph idx="1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4358608" y="1367622"/>
            <a:ext cx="7171976" cy="4477552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/>
              <a:t>Income Growth After 40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dirty="0"/>
              <a:t>Incomes tend to rise significantly after age 40 due to mid‑career progression and accumulated experience.</a:t>
            </a:r>
            <a:endParaRPr lang="en-US" dirty="0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/>
              <a:t>Younger Worker Income Volatility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dirty="0"/>
              <a:t>Individuals in their 20s and 30s experience greater income volatility due to job mobility and lower seniority.</a:t>
            </a:r>
            <a:endParaRPr lang="en-US" dirty="0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/>
              <a:t>Income Gaps Among Youth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dirty="0"/>
              <a:t>Wider income gaps among younger workers reflect disparities in education, job access, and industry choice.</a:t>
            </a:r>
            <a:endParaRPr lang="en-US" dirty="0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/>
              <a:t>Healthcare Product Strategy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dirty="0"/>
              <a:t>Tailoring healthcare products by age group is crucial, with flexible options for younger and premium products for older groups.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1DA273-5296-EA3A-6F25-4BA9BF1A1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58608" y="6029868"/>
            <a:ext cx="202454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Sample Footer Text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1409657-33BE-A297-B21C-CF99E84DD9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3C0EDEC-0890-4E6D-9DE0-ECAF543851A7}" type="datetime1">
              <a:rPr lang="en-US" smtClean="0"/>
              <a:pPr>
                <a:spcAft>
                  <a:spcPts val="600"/>
                </a:spcAft>
              </a:pPr>
              <a:t>2/14/2026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8EFE2F-1FE9-C602-16EA-575AD9495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3434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69599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314A1-68F0-B172-9C52-E0FDD6DB1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US"/>
              <a:t>Spending Insights</a:t>
            </a:r>
          </a:p>
        </p:txBody>
      </p:sp>
    </p:spTree>
    <p:extLst>
      <p:ext uri="{BB962C8B-B14F-4D97-AF65-F5344CB8AC3E}">
        <p14:creationId xmlns:p14="http://schemas.microsoft.com/office/powerpoint/2010/main" val="217366663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5C591-E4D6-62EC-FA70-FCE3B892A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49A44-8A88-F256-92C3-6A4683D2D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0835640" cy="969264"/>
          </a:xfrm>
        </p:spPr>
        <p:txBody>
          <a:bodyPr anchor="t">
            <a:normAutofit/>
          </a:bodyPr>
          <a:lstStyle/>
          <a:p>
            <a:r>
              <a:rPr lang="en-US"/>
              <a:t>Category Spending by Gender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06FD4AA-450B-4E93-926E-FC45FDC001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609600"/>
            <a:ext cx="8305800" cy="5864526"/>
          </a:xfrm>
        </p:spPr>
      </p:pic>
    </p:spTree>
    <p:extLst>
      <p:ext uri="{BB962C8B-B14F-4D97-AF65-F5344CB8AC3E}">
        <p14:creationId xmlns:p14="http://schemas.microsoft.com/office/powerpoint/2010/main" val="595792565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F2B31-7A53-D03D-D9D2-61768722A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0835640" cy="969264"/>
          </a:xfrm>
        </p:spPr>
        <p:txBody>
          <a:bodyPr anchor="t">
            <a:normAutofit/>
          </a:bodyPr>
          <a:lstStyle/>
          <a:p>
            <a:r>
              <a:rPr lang="en-US"/>
              <a:t>Category Spending by Gender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99DAD695-A0CD-420F-8626-8264667A1A0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82880" y="1233071"/>
          <a:ext cx="10835642" cy="4988945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2769591">
                  <a:extLst>
                    <a:ext uri="{9D8B030D-6E8A-4147-A177-3AD203B41FA5}">
                      <a16:colId xmlns:a16="http://schemas.microsoft.com/office/drawing/2014/main" val="3709095512"/>
                    </a:ext>
                  </a:extLst>
                </a:gridCol>
                <a:gridCol w="4271915">
                  <a:extLst>
                    <a:ext uri="{9D8B030D-6E8A-4147-A177-3AD203B41FA5}">
                      <a16:colId xmlns:a16="http://schemas.microsoft.com/office/drawing/2014/main" val="3160405647"/>
                    </a:ext>
                  </a:extLst>
                </a:gridCol>
                <a:gridCol w="3794136">
                  <a:extLst>
                    <a:ext uri="{9D8B030D-6E8A-4147-A177-3AD203B41FA5}">
                      <a16:colId xmlns:a16="http://schemas.microsoft.com/office/drawing/2014/main" val="1428065234"/>
                    </a:ext>
                  </a:extLst>
                </a:gridCol>
              </a:tblGrid>
              <a:tr h="8928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b="1" cap="all" spc="150">
                          <a:solidFill>
                            <a:schemeClr val="tx1"/>
                          </a:solidFill>
                        </a:rPr>
                        <a:t>Category</a:t>
                      </a:r>
                    </a:p>
                  </a:txBody>
                  <a:tcPr marL="220750" marR="220750" marT="220750" marB="22075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b="1" cap="all" spc="150">
                          <a:solidFill>
                            <a:schemeClr val="tx1"/>
                          </a:solidFill>
                        </a:rPr>
                        <a:t>Female Spending</a:t>
                      </a:r>
                    </a:p>
                  </a:txBody>
                  <a:tcPr marL="220750" marR="220750" marT="220750" marB="22075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b="1" cap="all" spc="150">
                          <a:solidFill>
                            <a:schemeClr val="tx1"/>
                          </a:solidFill>
                        </a:rPr>
                        <a:t>Male Spending</a:t>
                      </a:r>
                    </a:p>
                  </a:txBody>
                  <a:tcPr marL="220750" marR="220750" marT="220750" marB="22075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5165926"/>
                  </a:ext>
                </a:extLst>
              </a:tr>
              <a:tr h="8192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b="1" cap="none" spc="0">
                          <a:solidFill>
                            <a:schemeClr val="tx1"/>
                          </a:solidFill>
                        </a:rPr>
                        <a:t>Entertainment</a:t>
                      </a:r>
                    </a:p>
                  </a:txBody>
                  <a:tcPr marL="220750" marR="220750" marT="220750" marB="22075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</a:rPr>
                        <a:t>2400</a:t>
                      </a:r>
                    </a:p>
                  </a:txBody>
                  <a:tcPr marL="220750" marR="220750" marT="220750" marB="22075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</a:rPr>
                        <a:t>600</a:t>
                      </a:r>
                    </a:p>
                  </a:txBody>
                  <a:tcPr marL="220750" marR="220750" marT="220750" marB="22075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6554579"/>
                  </a:ext>
                </a:extLst>
              </a:tr>
              <a:tr h="8192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b="1" cap="none" spc="0">
                          <a:solidFill>
                            <a:schemeClr val="tx1"/>
                          </a:solidFill>
                        </a:rPr>
                        <a:t>Healthcare</a:t>
                      </a:r>
                    </a:p>
                  </a:txBody>
                  <a:tcPr marL="220750" marR="220750" marT="220750" marB="22075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</a:rPr>
                        <a:t>4700</a:t>
                      </a:r>
                    </a:p>
                  </a:txBody>
                  <a:tcPr marL="220750" marR="220750" marT="220750" marB="22075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</a:rPr>
                        <a:t>8200</a:t>
                      </a:r>
                    </a:p>
                  </a:txBody>
                  <a:tcPr marL="220750" marR="220750" marT="220750" marB="22075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6532127"/>
                  </a:ext>
                </a:extLst>
              </a:tr>
              <a:tr h="8192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b="1" cap="none" spc="0">
                          <a:solidFill>
                            <a:schemeClr val="tx1"/>
                          </a:solidFill>
                        </a:rPr>
                        <a:t>School Fees</a:t>
                      </a:r>
                    </a:p>
                  </a:txBody>
                  <a:tcPr marL="220750" marR="220750" marT="220750" marB="22075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</a:rPr>
                        <a:t>3400</a:t>
                      </a:r>
                    </a:p>
                  </a:txBody>
                  <a:tcPr marL="220750" marR="220750" marT="220750" marB="22075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</a:rPr>
                        <a:t>3500</a:t>
                      </a:r>
                    </a:p>
                  </a:txBody>
                  <a:tcPr marL="220750" marR="220750" marT="220750" marB="22075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888316"/>
                  </a:ext>
                </a:extLst>
              </a:tr>
              <a:tr h="8192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b="1" cap="none" spc="0">
                          <a:solidFill>
                            <a:schemeClr val="tx1"/>
                          </a:solidFill>
                        </a:rPr>
                        <a:t>Shopping</a:t>
                      </a:r>
                    </a:p>
                  </a:txBody>
                  <a:tcPr marL="220750" marR="220750" marT="220750" marB="22075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</a:rPr>
                        <a:t>2600</a:t>
                      </a:r>
                    </a:p>
                  </a:txBody>
                  <a:tcPr marL="220750" marR="220750" marT="220750" marB="22075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</a:rPr>
                        <a:t>2800</a:t>
                      </a:r>
                    </a:p>
                  </a:txBody>
                  <a:tcPr marL="220750" marR="220750" marT="220750" marB="22075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35890"/>
                  </a:ext>
                </a:extLst>
              </a:tr>
              <a:tr h="8192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b="1" cap="none" spc="0">
                          <a:solidFill>
                            <a:schemeClr val="tx1"/>
                          </a:solidFill>
                        </a:rPr>
                        <a:t>Utilities</a:t>
                      </a:r>
                    </a:p>
                  </a:txBody>
                  <a:tcPr marL="220750" marR="220750" marT="220750" marB="22075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b="0" cap="none" spc="0">
                          <a:solidFill>
                            <a:schemeClr val="tx1"/>
                          </a:solidFill>
                        </a:rPr>
                        <a:t>1600</a:t>
                      </a:r>
                    </a:p>
                  </a:txBody>
                  <a:tcPr marL="220750" marR="220750" marT="220750" marB="22075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b="0" cap="none" spc="0">
                          <a:solidFill>
                            <a:schemeClr val="tx1"/>
                          </a:solidFill>
                        </a:rPr>
                        <a:t>3100</a:t>
                      </a:r>
                    </a:p>
                  </a:txBody>
                  <a:tcPr marL="220750" marR="220750" marT="220750" marB="22075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13954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2577308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988F1-C53D-4215-7D73-33A0FC43C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400" y="685800"/>
            <a:ext cx="4561665" cy="1371264"/>
          </a:xfrm>
        </p:spPr>
        <p:txBody>
          <a:bodyPr anchor="b">
            <a:normAutofit fontScale="90000"/>
          </a:bodyPr>
          <a:lstStyle/>
          <a:p>
            <a:r>
              <a:rPr lang="en-US" sz="5000"/>
              <a:t>Spending Patterns</a:t>
            </a:r>
          </a:p>
        </p:txBody>
      </p:sp>
      <p:pic>
        <p:nvPicPr>
          <p:cNvPr id="5" name="Content Placeholder 4" descr="Russian roubles, money bundle with band-aid, capsule pill bottles and glass vial or ampoule">
            <a:extLst>
              <a:ext uri="{FF2B5EF4-FFF2-40B4-BE49-F238E27FC236}">
                <a16:creationId xmlns:a16="http://schemas.microsoft.com/office/drawing/2014/main" id="{7F7B257C-61B4-4629-8699-9182301DF4B9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l="14787" r="23012" b="-1"/>
          <a:stretch>
            <a:fillRect/>
          </a:stretch>
        </p:blipFill>
        <p:spPr>
          <a:xfrm>
            <a:off x="1" y="10"/>
            <a:ext cx="6390464" cy="6857990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D89F91-B72C-74C7-1A47-3B4E375029BD}"/>
              </a:ext>
            </a:extLst>
          </p:cNvPr>
          <p:cNvSpPr>
            <a:spLocks noGrp="1"/>
          </p:cNvSpPr>
          <p:nvPr>
            <p:ph sz="quarter" idx="14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7020736" y="2286000"/>
            <a:ext cx="4561665" cy="3886200"/>
          </a:xfrm>
        </p:spPr>
        <p:txBody>
          <a:bodyPr>
            <a:normAutofit lnSpcReduction="10000"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Healthcare as Largest Expenditure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Healthcare spending is the top priority, showing strong financial engagement in health services and products.</a:t>
            </a:r>
            <a:endParaRPr lang="en-US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Mid-Age Spending Trends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Mid-age groups have the highest spending levels, reflecting greater income and financial capacity in middle adulthood.</a:t>
            </a:r>
            <a:endParaRPr lang="en-US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Gender-Specific Wellness Spending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Women show higher interest and spending in wellness and fitness, indicating targeted marketing opportunities.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29369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52B24-9D33-730A-976E-1857E43EC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047" y="2209800"/>
            <a:ext cx="11341905" cy="1629485"/>
          </a:xfrm>
        </p:spPr>
        <p:txBody>
          <a:bodyPr anchor="b">
            <a:normAutofit fontScale="90000"/>
          </a:bodyPr>
          <a:lstStyle/>
          <a:p>
            <a:r>
              <a:rPr lang="en-US" dirty="0"/>
              <a:t>Market Readiness Analysis</a:t>
            </a:r>
          </a:p>
        </p:txBody>
      </p:sp>
    </p:spTree>
    <p:extLst>
      <p:ext uri="{BB962C8B-B14F-4D97-AF65-F5344CB8AC3E}">
        <p14:creationId xmlns:p14="http://schemas.microsoft.com/office/powerpoint/2010/main" val="306862992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65BC9-8D4C-C1A3-E334-64C6CE126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9525" y="219456"/>
            <a:ext cx="6376547" cy="10660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0" kern="1200" spc="-100" baseline="0">
                <a:latin typeface="+mj-lt"/>
                <a:ea typeface="+mj-ea"/>
                <a:cs typeface="+mj-cs"/>
              </a:rPr>
              <a:t>Healthcare Product Adoption Potential</a:t>
            </a:r>
          </a:p>
        </p:txBody>
      </p:sp>
      <p:pic>
        <p:nvPicPr>
          <p:cNvPr id="4" name="Content Placeholder 3" descr="Healthcare And Medicine, Medical Exam, Health, Heart, Medical Research">
            <a:extLst>
              <a:ext uri="{FF2B5EF4-FFF2-40B4-BE49-F238E27FC236}">
                <a16:creationId xmlns:a16="http://schemas.microsoft.com/office/drawing/2014/main" id="{295ABA77-5B21-40BC-8A73-95B8164C774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9417" r="48838" b="-2"/>
          <a:stretch>
            <a:fillRect/>
          </a:stretch>
        </p:blipFill>
        <p:spPr>
          <a:xfrm>
            <a:off x="274320" y="268573"/>
            <a:ext cx="4419600" cy="6325969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9109BD6-582C-44CA-B2EC-A3EF6551EB6D}"/>
              </a:ext>
            </a:extLst>
          </p:cNvPr>
          <p:cNvSpPr txBox="1"/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4919526" y="1285462"/>
            <a:ext cx="6376546" cy="498635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400" b="1"/>
              <a:t>Market Readiness and Spending</a:t>
            </a:r>
          </a:p>
          <a:p>
            <a:pPr marL="0" lvl="1" indent="0"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400"/>
              <a:t>Healthcare market shows strong readiness, supported by recurring expenditures and stable incomes in key demographics.</a:t>
            </a:r>
          </a:p>
          <a:p>
            <a:pPr marL="0" indent="0">
              <a:spcBef>
                <a:spcPts val="25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400" b="1"/>
              <a:t>Demographic Spending Insights</a:t>
            </a:r>
          </a:p>
          <a:p>
            <a:pPr marL="0" lvl="1" indent="0"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400"/>
              <a:t>Male and middle-aged groups exhibit higher spending and capacity, indicating strong adoption potential for healthcare products.</a:t>
            </a:r>
          </a:p>
          <a:p>
            <a:pPr marL="0" indent="0">
              <a:spcBef>
                <a:spcPts val="25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400" b="1"/>
              <a:t>Younger Consumer Interest</a:t>
            </a:r>
          </a:p>
          <a:p>
            <a:pPr marL="0" lvl="1" indent="0"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400"/>
              <a:t>Younger consumers prefer affordable, preventive health services, highlighting importance of tiered pricing and diversification.</a:t>
            </a:r>
          </a:p>
          <a:p>
            <a:pPr marL="0" indent="0">
              <a:spcBef>
                <a:spcPts val="25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400" b="1"/>
              <a:t>Strategic Product Alignment</a:t>
            </a:r>
          </a:p>
          <a:p>
            <a:pPr marL="0" lvl="1" indent="0"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400"/>
              <a:t>Aligning product offerings with demographic spending and income boosts market capture and adoption success.</a:t>
            </a:r>
          </a:p>
        </p:txBody>
      </p:sp>
    </p:spTree>
    <p:extLst>
      <p:ext uri="{BB962C8B-B14F-4D97-AF65-F5344CB8AC3E}">
        <p14:creationId xmlns:p14="http://schemas.microsoft.com/office/powerpoint/2010/main" val="202318497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8FD1B-5EF3-E715-65B3-6D970A9E3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690" y="4267200"/>
            <a:ext cx="11372385" cy="1361974"/>
          </a:xfrm>
        </p:spPr>
        <p:txBody>
          <a:bodyPr anchor="b">
            <a:normAutofit fontScale="90000"/>
          </a:bodyPr>
          <a:lstStyle/>
          <a:p>
            <a:r>
              <a:rPr lang="en-US" dirty="0"/>
              <a:t>Conclusion </a:t>
            </a:r>
            <a:br>
              <a:rPr lang="en-US" dirty="0"/>
            </a:br>
            <a:r>
              <a:rPr lang="en-US" dirty="0"/>
              <a:t>and</a:t>
            </a:r>
            <a:br>
              <a:rPr lang="en-US" dirty="0"/>
            </a:br>
            <a:r>
              <a:rPr lang="en-US" dirty="0"/>
              <a:t>Strategic</a:t>
            </a:r>
            <a:br>
              <a:rPr lang="en-US" dirty="0"/>
            </a:br>
            <a:r>
              <a:rPr lang="en-US" dirty="0"/>
              <a:t>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360518148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41A43-7352-9F81-872D-A74A7EE76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9525" y="219456"/>
            <a:ext cx="6376547" cy="10660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0" kern="1200" spc="-100" baseline="0">
                <a:latin typeface="+mj-lt"/>
                <a:ea typeface="+mj-ea"/>
                <a:cs typeface="+mj-cs"/>
              </a:rPr>
              <a:t>Key Takeaways and Next Steps</a:t>
            </a:r>
          </a:p>
        </p:txBody>
      </p:sp>
      <p:pic>
        <p:nvPicPr>
          <p:cNvPr id="4" name="Content Placeholder 3" descr="stethoscope and graph papers">
            <a:extLst>
              <a:ext uri="{FF2B5EF4-FFF2-40B4-BE49-F238E27FC236}">
                <a16:creationId xmlns:a16="http://schemas.microsoft.com/office/drawing/2014/main" id="{5A660325-48E7-4749-B95E-F830D569838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17844" r="29759" b="2"/>
          <a:stretch>
            <a:fillRect/>
          </a:stretch>
        </p:blipFill>
        <p:spPr>
          <a:xfrm>
            <a:off x="274320" y="268573"/>
            <a:ext cx="4419600" cy="6325969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EA259BA-7CB5-4F0D-9387-78480549B5F7}"/>
              </a:ext>
            </a:extLst>
          </p:cNvPr>
          <p:cNvSpPr txBox="1"/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4919526" y="1285462"/>
            <a:ext cx="6376546" cy="498635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400" b="1"/>
              <a:t>Income and Purchasing Power</a:t>
            </a:r>
          </a:p>
          <a:p>
            <a:pPr marL="0" lvl="1" indent="0"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400"/>
              <a:t>Income disparities show mid-career and late-career consumers have the highest readiness to purchase healthcare products.</a:t>
            </a:r>
          </a:p>
          <a:p>
            <a:pPr marL="0" indent="0">
              <a:spcBef>
                <a:spcPts val="25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400" b="1"/>
              <a:t>Spending Behavior Insights</a:t>
            </a:r>
          </a:p>
          <a:p>
            <a:pPr marL="0" lvl="1" indent="0"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400"/>
              <a:t>High healthcare spending indicates significant market potential, guiding targeted marketing and pricing strategies.</a:t>
            </a:r>
          </a:p>
          <a:p>
            <a:pPr marL="0" indent="0">
              <a:spcBef>
                <a:spcPts val="25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400" b="1"/>
              <a:t>Strategic Marketing Recommendations</a:t>
            </a:r>
          </a:p>
          <a:p>
            <a:pPr marL="0" lvl="1" indent="0"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400"/>
              <a:t>Focus on targeted marketing, gender-specific messaging, and flexible pricing to align with consumer preferences.</a:t>
            </a:r>
          </a:p>
          <a:p>
            <a:pPr marL="0" indent="0">
              <a:spcBef>
                <a:spcPts val="25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400" b="1"/>
              <a:t>Preventive Healthcare Investment</a:t>
            </a:r>
          </a:p>
          <a:p>
            <a:pPr marL="0" lvl="1" indent="0"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400"/>
              <a:t>Investing in preventive healthcare awareness can expand demand among younger and emerging consumer segments.</a:t>
            </a:r>
          </a:p>
        </p:txBody>
      </p:sp>
    </p:spTree>
    <p:extLst>
      <p:ext uri="{BB962C8B-B14F-4D97-AF65-F5344CB8AC3E}">
        <p14:creationId xmlns:p14="http://schemas.microsoft.com/office/powerpoint/2010/main" val="167938037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theme1.xml><?xml version="1.0" encoding="utf-8"?>
<a:theme xmlns:a="http://schemas.openxmlformats.org/drawingml/2006/main" name="Dune">
  <a:themeElements>
    <a:clrScheme name="Dune">
      <a:dk1>
        <a:srgbClr val="131313"/>
      </a:dk1>
      <a:lt1>
        <a:sysClr val="window" lastClr="FFFFFF"/>
      </a:lt1>
      <a:dk2>
        <a:srgbClr val="272D2B"/>
      </a:dk2>
      <a:lt2>
        <a:srgbClr val="F0EDE6"/>
      </a:lt2>
      <a:accent1>
        <a:srgbClr val="647E6B"/>
      </a:accent1>
      <a:accent2>
        <a:srgbClr val="476262"/>
      </a:accent2>
      <a:accent3>
        <a:srgbClr val="9B8C69"/>
      </a:accent3>
      <a:accent4>
        <a:srgbClr val="BA988C"/>
      </a:accent4>
      <a:accent5>
        <a:srgbClr val="A27C7C"/>
      </a:accent5>
      <a:accent6>
        <a:srgbClr val="79958B"/>
      </a:accent6>
      <a:hlink>
        <a:srgbClr val="476262"/>
      </a:hlink>
      <a:folHlink>
        <a:srgbClr val="A27C7C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une" id="{826328CA-5F67-4711-B85D-145ABD90F0C2}" vid="{19057A55-7D5A-4630-9E53-CA5ED644777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69C16DF-FD5D-45EB-A5D0-4ED61432363F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9BD7DE58-0BE1-4C71-B87C-2A79B7BE442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C940ACA-6755-480B-98F2-5699A89626C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65b15e2b-c6d2-488b-8aea-978109a77633}" enabled="1" method="Privileged" siteId="{1588262d-23fb-43b4-bd6e-bce49c8e6186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Dune</Template>
  <TotalTime>1</TotalTime>
  <Words>579</Words>
  <Application>Microsoft Office PowerPoint</Application>
  <PresentationFormat>Widescreen</PresentationFormat>
  <Paragraphs>110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Neue Haas Grotesk Text Pro</vt:lpstr>
      <vt:lpstr>Dune</vt:lpstr>
      <vt:lpstr>Healthcare Income &amp; Spending Chart Analytics</vt:lpstr>
      <vt:lpstr>Executive Summary</vt:lpstr>
      <vt:lpstr>Overview of Healthcare Income and Spending Chart Analysis</vt:lpstr>
      <vt:lpstr>Demographic Overview</vt:lpstr>
      <vt:lpstr>Participant Demographics</vt:lpstr>
      <vt:lpstr>Income Insights</vt:lpstr>
      <vt:lpstr>Age‑Based Income Distribution</vt:lpstr>
      <vt:lpstr>Age‑Based Income Distribution</vt:lpstr>
      <vt:lpstr>Income Distribution Insights</vt:lpstr>
      <vt:lpstr>Spending Insights</vt:lpstr>
      <vt:lpstr>Category Spending by Gender</vt:lpstr>
      <vt:lpstr>Category Spending by Gender</vt:lpstr>
      <vt:lpstr>Spending Patterns</vt:lpstr>
      <vt:lpstr>Market Readiness Analysis</vt:lpstr>
      <vt:lpstr>Healthcare Product Adoption Potential</vt:lpstr>
      <vt:lpstr>Conclusion  and Strategic Recommendations</vt:lpstr>
      <vt:lpstr>Key Takeaways and 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ORJI Charles</dc:creator>
  <cp:lastModifiedBy>ORJI Charles</cp:lastModifiedBy>
  <cp:revision>8</cp:revision>
  <dcterms:created xsi:type="dcterms:W3CDTF">2025-08-21T23:11:21Z</dcterms:created>
  <dcterms:modified xsi:type="dcterms:W3CDTF">2026-02-14T12:28:25Z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